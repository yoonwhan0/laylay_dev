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9_4AC606C.xml" ContentType="application/vnd.ms-powerpoint.comments+xml"/>
  <Override PartName="/ppt/comments/modernComment_103_2130819E.xml" ContentType="application/vnd.ms-powerpoint.comments+xml"/>
  <Override PartName="/ppt/comments/modernComment_10A_494B1E1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5" r:id="rId3"/>
    <p:sldId id="259" r:id="rId4"/>
    <p:sldId id="26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86C9849-A371-4DDF-85C1-41AFB6A50065}" name="이산하" initials="이" userId="이산하" providerId="None"/>
  <p188:author id="{D8B9C2E8-3032-885C-68F4-28F5D65DA623}" name="EIBE" initials="E" userId="EIBE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modernComment_10A_494B1E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13B829-F7B6-4DC1-84B2-D6B7D6D262F5}" authorId="{D8B9C2E8-3032-885C-68F4-28F5D65DA623}" created="2026-04-23T07:21:08.659">
    <pc:sldMkLst xmlns:pc="http://schemas.microsoft.com/office/powerpoint/2013/main/command">
      <pc:docMk/>
      <pc:sldMk cId="1229659674" sldId="266"/>
    </pc:sldMkLst>
    <p188:txBody>
      <a:bodyPr/>
      <a:lstStyle/>
      <a:p>
        <a:r>
          <a:rPr lang="ko-KR" altLang="en-US"/>
          <a:t>내꿈 기록 안남기고 싶으면 ?
</a:t>
        </a:r>
      </a:p>
    </p188:txBody>
  </p188:cm>
  <p188:cm id="{12848669-9997-4312-950A-05BDB83C1A07}" authorId="{D8B9C2E8-3032-885C-68F4-28F5D65DA623}" created="2026-04-23T07:29:16.088">
    <pc:sldMkLst xmlns:pc="http://schemas.microsoft.com/office/powerpoint/2013/main/command">
      <pc:docMk/>
      <pc:sldMk cId="1229659674" sldId="266"/>
    </pc:sldMkLst>
    <p188:replyLst>
      <p188:reply id="{05E361B4-D9FB-44A6-8FDE-1C42C47A58C0}" authorId="{D8B9C2E8-3032-885C-68F4-28F5D65DA623}" created="2026-04-23T07:29:39.086">
        <p188:txBody>
          <a:bodyPr/>
          <a:lstStyle/>
          <a:p>
            <a:r>
              <a:rPr lang="ko-KR" altLang="en-US"/>
              <a:t>정책적인거? </a:t>
            </a:r>
          </a:p>
        </p188:txBody>
      </p188:reply>
    </p188:replyLst>
    <p188:txBody>
      <a:bodyPr/>
      <a:lstStyle/>
      <a:p>
        <a:r>
          <a:rPr lang="ko-KR" altLang="en-US"/>
          <a:t>비공개/공개 ? 노출된다는 점 명시 </a:t>
        </a:r>
      </a:p>
    </p188:txBody>
  </p188:cm>
</p188:cmLst>
</file>

<file path=ppt/comments/modernComment_103_2130819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630130-80B4-43D4-B102-3776E6B774C7}" authorId="{186C9849-A371-4DDF-85C1-41AFB6A50065}" created="2026-04-23T04:12:43.259">
    <pc:sldMkLst xmlns:pc="http://schemas.microsoft.com/office/powerpoint/2013/main/command">
      <pc:docMk/>
      <pc:sldMk cId="556827038" sldId="259"/>
    </pc:sldMkLst>
    <p188:txBody>
      <a:bodyPr/>
      <a:lstStyle/>
      <a:p>
        <a:r>
          <a:rPr lang="ko-KR" altLang="en-US"/>
          <a:t>다른 사람들거 보는게 애초에 사주 입력하는 란부터 나뉘어져 있어야 함 </a:t>
        </a:r>
      </a:p>
    </p188:txBody>
  </p188:cm>
</p188:cmLst>
</file>

<file path=ppt/comments/modernComment_109_4AC60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3E40F2-6584-412D-A199-A4DBCC892AC2}" authorId="{D8B9C2E8-3032-885C-68F4-28F5D65DA623}" created="2026-04-23T07:26:55.167">
    <pc:sldMkLst xmlns:pc="http://schemas.microsoft.com/office/powerpoint/2013/main/command">
      <pc:docMk/>
      <pc:sldMk cId="78405740" sldId="265"/>
    </pc:sldMkLst>
    <p188:replyLst>
      <p188:reply id="{26FFD1A7-FD42-4FF4-BAFE-20C09AB6C3BC}" authorId="{D8B9C2E8-3032-885C-68F4-28F5D65DA623}" created="2026-04-23T07:27:13.010">
        <p188:txBody>
          <a:bodyPr/>
          <a:lstStyle/>
          <a:p>
            <a:r>
              <a:rPr lang="ko-KR" altLang="en-US"/>
              <a:t>카톡에서 받을 수 있나 </a:t>
            </a:r>
          </a:p>
        </p188:txBody>
      </p188:reply>
    </p188:replyLst>
    <p188:txBody>
      <a:bodyPr/>
      <a:lstStyle/>
      <a:p>
        <a:r>
          <a:rPr lang="ko-KR" altLang="en-US"/>
          <a:t>내 사주정보 저장하기 ㅁ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87F20-A7A3-4FA8-ABA4-FD48AFF6F5F5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10813-77D0-48D9-9D5E-3729C5E1F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41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15671-6AA6-52DA-AB72-829611E01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47F420-3412-D4AC-9E0E-4C4FAB3C6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35F21-8BB9-A8AB-7798-99C6DF24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BD97F-8BA5-8013-53D1-567C0AC4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81EE80-057A-1E1F-1E74-17CCD7F2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27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5EE2F0-7B3D-CCF8-1110-0926C487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E706A4-8642-E88C-B707-FFE1E2FD8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9E7D96-27AA-B3A0-53B8-9B56980D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267B1-4DFA-7ABE-79AC-73298741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E2E0F-B3FE-3033-7891-1E1A2D90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3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9E025-A34E-752A-BA7D-A6C49885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2CB035-DAA6-5526-BDF7-7345238C9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8CB40-5AC4-9C53-50F0-67C0013F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B8AB3-D2EC-2B0D-0646-0E9CF1B1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B059EF-E3D7-AE17-829E-EF353A0F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1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DCFFB-9C72-C4BA-A2FA-6B3952DD2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8766C2-0182-BD14-2ED6-E953CF8C3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3639B6-CF30-21F5-B53A-667A3695C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C353D5-470D-D5DF-C38C-D46F2620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98258D-7904-5B69-7308-2FB4EF8F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D152C5-3F65-5FDA-5597-4FCEC1B0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5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FD643-ACA4-6DB3-8243-46542FA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E70F5B-D97F-42FE-16F9-22E5497B2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7E5113-04DA-DE32-BC7E-47DDAC007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07B92F-A5D7-B7FC-C9CC-2AED3D560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441120-2B91-A948-C9AE-EFEF2257D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F745E6-4006-7E4C-5BCE-075AF800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8D00F0-D7D7-C74B-7B3B-CD836035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E341FA-F135-B4C1-96EE-E9F1424D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34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1E34F-9B29-D06B-BFBA-6E2CAAAC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4F4A8-4E0A-A3A3-F89D-DDB9E775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EE558E-6852-6B27-2C68-5F9A30C3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C67393-FBEA-F594-A837-275841E5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21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B85F05-39BE-85FD-5EC6-92EDB5BB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C12475-E139-2AE9-47E7-DCFE4A86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F0B7F0-7FA9-7253-40F3-36972CA5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639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3DE45-A9B0-8EDD-2E09-E5D830B6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C494C-52FF-1F27-C88B-19112ABD5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EC7674-57C8-362B-F222-EA9C86BD9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EF9E29-3BE5-B5DF-C287-53D198B2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69BCC0-2D05-6CF5-1798-F9BE84A3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2859B-317A-E04F-427D-B0132939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76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A4734-1706-ADB1-0949-2E924E22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ECCE9D-3B00-BC07-9D76-E10BC3463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E060D-0B7A-950C-0D68-B99A4129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D27062-3BAF-4485-AA01-95E09F4C9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82C6C8-46A1-B86C-9CDA-A42C36D1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CD725C-E568-3F61-2191-9C95B105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89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5E3E6-E1F0-2C69-6631-321BE199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7AE3CD-BBDB-C424-1697-8C90B7A72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B25C36-94D8-3C93-183E-C8A97F4C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802D7-6B45-0F20-73E8-B75D3B00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06393C-9B17-5AE7-500F-CBE47AE7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45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493F0E-3E99-B3BF-4927-4866594BB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062C7D-4DB5-5934-25D6-54EFAE692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0CA8D3-419B-5F96-A61D-8DC9EDC4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AFC4C-198C-A3B2-9FC2-4FF882F0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F387FF-0D3B-04B0-1EFB-28CEFCC9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82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7E2CC5-0460-6FFC-52C4-5E4147AD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C01D7F-9B44-93C5-34AC-48481F5E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2E1D6B-993A-9211-A625-F57431F91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69839F69-FA21-4C10-9537-906AF49CBF4B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7CBB88-6D66-676F-9D22-960DDA657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D2EA5E-F2E5-2079-3CF2-B86D82614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6856CBF2-C126-482C-92AE-B29EA3EE432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929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4AC606C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3_2130819E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A_494B1E1A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7079-62CF-8F1A-E145-5B3699B1B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AC3B62-DA92-FFCE-B9DA-40940EDC0A2C}"/>
              </a:ext>
            </a:extLst>
          </p:cNvPr>
          <p:cNvSpPr txBox="1"/>
          <p:nvPr/>
        </p:nvSpPr>
        <p:spPr>
          <a:xfrm>
            <a:off x="4010025" y="2558475"/>
            <a:ext cx="4476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꿈 해몽</a:t>
            </a:r>
            <a:r>
              <a:rPr lang="en-US" altLang="ko-KR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테스트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A31B1F-8B9E-9064-DCB3-A3E33FF984F2}"/>
              </a:ext>
            </a:extLst>
          </p:cNvPr>
          <p:cNvSpPr/>
          <p:nvPr/>
        </p:nvSpPr>
        <p:spPr>
          <a:xfrm>
            <a:off x="2895600" y="4076700"/>
            <a:ext cx="5591175" cy="1285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*</a:t>
            </a:r>
            <a:r>
              <a:rPr lang="ko-KR" altLang="en-US" dirty="0"/>
              <a:t>목표 </a:t>
            </a:r>
            <a:r>
              <a:rPr lang="en-US" altLang="ko-KR" dirty="0"/>
              <a:t>: </a:t>
            </a:r>
            <a:r>
              <a:rPr lang="ko-KR" altLang="en-US" dirty="0"/>
              <a:t>트래픽 </a:t>
            </a:r>
            <a:r>
              <a:rPr lang="en-US" altLang="ko-KR" dirty="0"/>
              <a:t>/ </a:t>
            </a:r>
            <a:r>
              <a:rPr lang="ko-KR" altLang="en-US" dirty="0"/>
              <a:t>제품 추천</a:t>
            </a:r>
            <a:r>
              <a:rPr lang="en-US" altLang="ko-KR" dirty="0"/>
              <a:t>X </a:t>
            </a:r>
          </a:p>
          <a:p>
            <a:pPr algn="ctr"/>
            <a:r>
              <a:rPr lang="en-US" altLang="ko-KR" dirty="0"/>
              <a:t>(+ SEO </a:t>
            </a:r>
            <a:r>
              <a:rPr lang="ko-KR" altLang="en-US" dirty="0"/>
              <a:t>걸려야 함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23BB0-1C97-AFA5-1B5C-D6588280DC6C}"/>
              </a:ext>
            </a:extLst>
          </p:cNvPr>
          <p:cNvSpPr txBox="1"/>
          <p:nvPr/>
        </p:nvSpPr>
        <p:spPr>
          <a:xfrm>
            <a:off x="7932368" y="2781300"/>
            <a:ext cx="22974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*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다른 사람들 거 보는 화면은 </a:t>
            </a:r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 도감</a:t>
            </a:r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</a:p>
          <a:p>
            <a:r>
              <a:rPr lang="ko-KR" altLang="en-US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 </a:t>
            </a:r>
            <a:r>
              <a:rPr lang="ko-KR" altLang="en-US" sz="1400" b="1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해석소</a:t>
            </a:r>
            <a:r>
              <a:rPr lang="ko-KR" altLang="en-US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400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B1594F-96C6-56E4-5774-69F6FD3455F1}"/>
              </a:ext>
            </a:extLst>
          </p:cNvPr>
          <p:cNvSpPr txBox="1"/>
          <p:nvPr/>
        </p:nvSpPr>
        <p:spPr>
          <a:xfrm>
            <a:off x="7976973" y="1910775"/>
            <a:ext cx="22974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Lay-Z </a:t>
            </a:r>
            <a:r>
              <a:rPr lang="ko-KR" altLang="en-US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꿈 풀이</a:t>
            </a:r>
            <a:endParaRPr lang="en-US" altLang="ko-KR" sz="1400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Lay-dream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Lay – </a:t>
            </a:r>
            <a:r>
              <a:rPr lang="ko-KR" altLang="en-US" sz="1400" b="1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몽</a:t>
            </a:r>
            <a:endParaRPr lang="en-US" altLang="ko-KR" sz="1400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DE482F-3A14-84AA-4443-6767ABD8668F}"/>
              </a:ext>
            </a:extLst>
          </p:cNvPr>
          <p:cNvSpPr/>
          <p:nvPr/>
        </p:nvSpPr>
        <p:spPr>
          <a:xfrm>
            <a:off x="553101" y="312234"/>
            <a:ext cx="2881476" cy="2662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대문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67EDBA-0B95-1935-9C2A-D97865393C20}"/>
              </a:ext>
            </a:extLst>
          </p:cNvPr>
          <p:cNvSpPr/>
          <p:nvPr/>
        </p:nvSpPr>
        <p:spPr>
          <a:xfrm>
            <a:off x="1552250" y="1877865"/>
            <a:ext cx="1427356" cy="24978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시작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E70CCB-2CEC-2814-E5DD-7A144F34E682}"/>
              </a:ext>
            </a:extLst>
          </p:cNvPr>
          <p:cNvSpPr/>
          <p:nvPr/>
        </p:nvSpPr>
        <p:spPr>
          <a:xfrm>
            <a:off x="1552250" y="2297058"/>
            <a:ext cx="1427356" cy="24978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설명 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4AC5F18-17C4-E530-75E3-8D1B92BF7384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979606" y="1076325"/>
            <a:ext cx="1655652" cy="13456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01A7C4-DF2F-B04A-FC1D-FC6DB6F887A9}"/>
              </a:ext>
            </a:extLst>
          </p:cNvPr>
          <p:cNvSpPr/>
          <p:nvPr/>
        </p:nvSpPr>
        <p:spPr>
          <a:xfrm>
            <a:off x="4896129" y="192451"/>
            <a:ext cx="972386" cy="1132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내거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A5FBE0-AAF3-06C9-0A8C-83771CE5671C}"/>
              </a:ext>
            </a:extLst>
          </p:cNvPr>
          <p:cNvSpPr/>
          <p:nvPr/>
        </p:nvSpPr>
        <p:spPr>
          <a:xfrm>
            <a:off x="6096000" y="192451"/>
            <a:ext cx="972386" cy="1132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남의거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5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4F1ABBF-C834-C2B4-51DD-C54DCBCFCEA9}"/>
              </a:ext>
            </a:extLst>
          </p:cNvPr>
          <p:cNvSpPr/>
          <p:nvPr/>
        </p:nvSpPr>
        <p:spPr>
          <a:xfrm>
            <a:off x="2522216" y="3985059"/>
            <a:ext cx="8156368" cy="1570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주관식 </a:t>
            </a:r>
            <a:r>
              <a:rPr lang="en-US" altLang="ko-KR" dirty="0"/>
              <a:t>: </a:t>
            </a:r>
            <a:r>
              <a:rPr lang="ko-KR" altLang="en-US" dirty="0"/>
              <a:t>글자수 제한 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8EF1A34-DCE7-D02D-7CBB-A65DEB1085B1}"/>
              </a:ext>
            </a:extLst>
          </p:cNvPr>
          <p:cNvGrpSpPr/>
          <p:nvPr/>
        </p:nvGrpSpPr>
        <p:grpSpPr>
          <a:xfrm>
            <a:off x="2553418" y="762900"/>
            <a:ext cx="1692105" cy="353700"/>
            <a:chOff x="2553418" y="762900"/>
            <a:chExt cx="2066207" cy="427726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C3ABE0A5-7AAC-B88E-D086-91EC30370009}"/>
                </a:ext>
              </a:extLst>
            </p:cNvPr>
            <p:cNvSpPr/>
            <p:nvPr/>
          </p:nvSpPr>
          <p:spPr>
            <a:xfrm>
              <a:off x="2553418" y="762900"/>
              <a:ext cx="2066207" cy="4277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선택</a:t>
              </a:r>
            </a:p>
          </p:txBody>
        </p:sp>
        <p:sp>
          <p:nvSpPr>
            <p:cNvPr id="5" name="이등변 삼각형 4">
              <a:extLst>
                <a:ext uri="{FF2B5EF4-FFF2-40B4-BE49-F238E27FC236}">
                  <a16:creationId xmlns:a16="http://schemas.microsoft.com/office/drawing/2014/main" id="{6328ED05-082B-DE24-5A1A-FA96082ED3A7}"/>
                </a:ext>
              </a:extLst>
            </p:cNvPr>
            <p:cNvSpPr/>
            <p:nvPr/>
          </p:nvSpPr>
          <p:spPr>
            <a:xfrm rot="10800000">
              <a:off x="4121808" y="867225"/>
              <a:ext cx="266700" cy="219075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DFB1162-239E-DBB0-8A0C-4E0D196F2FB1}"/>
              </a:ext>
            </a:extLst>
          </p:cNvPr>
          <p:cNvGrpSpPr/>
          <p:nvPr/>
        </p:nvGrpSpPr>
        <p:grpSpPr>
          <a:xfrm>
            <a:off x="2522216" y="1934850"/>
            <a:ext cx="1723306" cy="4160250"/>
            <a:chOff x="2553418" y="762900"/>
            <a:chExt cx="2104306" cy="503095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C963589-8774-C0DA-FFC5-F8A6B01BCD92}"/>
                </a:ext>
              </a:extLst>
            </p:cNvPr>
            <p:cNvSpPr/>
            <p:nvPr/>
          </p:nvSpPr>
          <p:spPr>
            <a:xfrm>
              <a:off x="2553418" y="762900"/>
              <a:ext cx="2066207" cy="4277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양</a:t>
              </a:r>
              <a:r>
                <a:rPr lang="en-US" altLang="ko-KR" sz="1600" dirty="0"/>
                <a:t>/</a:t>
              </a:r>
              <a:r>
                <a:rPr lang="ko-KR" altLang="en-US" sz="1600" dirty="0"/>
                <a:t>음력</a:t>
              </a:r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73667474-68F9-0C97-A7A6-D4DD37C54318}"/>
                </a:ext>
              </a:extLst>
            </p:cNvPr>
            <p:cNvSpPr/>
            <p:nvPr/>
          </p:nvSpPr>
          <p:spPr>
            <a:xfrm rot="10800000">
              <a:off x="4121808" y="867225"/>
              <a:ext cx="266700" cy="219075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6555C1C-D2AB-2007-8EE3-2DF1159E32F4}"/>
                </a:ext>
              </a:extLst>
            </p:cNvPr>
            <p:cNvSpPr/>
            <p:nvPr/>
          </p:nvSpPr>
          <p:spPr>
            <a:xfrm>
              <a:off x="2591517" y="2002550"/>
              <a:ext cx="2066207" cy="4277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선택</a:t>
              </a:r>
            </a:p>
          </p:txBody>
        </p: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AFD032F7-95BE-8977-195F-177ED94C6F47}"/>
                </a:ext>
              </a:extLst>
            </p:cNvPr>
            <p:cNvSpPr/>
            <p:nvPr/>
          </p:nvSpPr>
          <p:spPr>
            <a:xfrm rot="10800000">
              <a:off x="4159906" y="2106876"/>
              <a:ext cx="266700" cy="219075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54B8261-209B-0614-8F0B-748DA33F1CCF}"/>
                </a:ext>
              </a:extLst>
            </p:cNvPr>
            <p:cNvSpPr/>
            <p:nvPr/>
          </p:nvSpPr>
          <p:spPr>
            <a:xfrm>
              <a:off x="2580911" y="5366131"/>
              <a:ext cx="2066207" cy="4277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선택</a:t>
              </a:r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E169C543-3471-141B-F272-4E781944FDDC}"/>
                </a:ext>
              </a:extLst>
            </p:cNvPr>
            <p:cNvSpPr/>
            <p:nvPr/>
          </p:nvSpPr>
          <p:spPr>
            <a:xfrm rot="10800000">
              <a:off x="4282103" y="5475691"/>
              <a:ext cx="266700" cy="219075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2D87DDE-9CAD-AA85-E412-17A731BA4987}"/>
              </a:ext>
            </a:extLst>
          </p:cNvPr>
          <p:cNvGrpSpPr/>
          <p:nvPr/>
        </p:nvGrpSpPr>
        <p:grpSpPr>
          <a:xfrm>
            <a:off x="4463418" y="1927874"/>
            <a:ext cx="1692105" cy="353700"/>
            <a:chOff x="2553418" y="762900"/>
            <a:chExt cx="2066207" cy="42772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F69DD69-8A94-3DAC-4C38-3E4AE66D3415}"/>
                </a:ext>
              </a:extLst>
            </p:cNvPr>
            <p:cNvSpPr/>
            <p:nvPr/>
          </p:nvSpPr>
          <p:spPr>
            <a:xfrm>
              <a:off x="2553418" y="762900"/>
              <a:ext cx="2066207" cy="4277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/>
                <a:t>출생년</a:t>
              </a:r>
              <a:endParaRPr lang="ko-KR" altLang="en-US" sz="1600" dirty="0"/>
            </a:p>
          </p:txBody>
        </p: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D619F172-17F7-FBD6-1167-2264DA2D21C5}"/>
                </a:ext>
              </a:extLst>
            </p:cNvPr>
            <p:cNvSpPr/>
            <p:nvPr/>
          </p:nvSpPr>
          <p:spPr>
            <a:xfrm rot="10800000">
              <a:off x="4121808" y="867225"/>
              <a:ext cx="266700" cy="219075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1F9E42-06C8-705D-7993-03C3CAD61780}"/>
              </a:ext>
            </a:extLst>
          </p:cNvPr>
          <p:cNvGrpSpPr/>
          <p:nvPr/>
        </p:nvGrpSpPr>
        <p:grpSpPr>
          <a:xfrm>
            <a:off x="6404620" y="1938674"/>
            <a:ext cx="3555232" cy="361948"/>
            <a:chOff x="2553418" y="762900"/>
            <a:chExt cx="4341246" cy="43770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781F35B-B095-2041-60AC-E2158433242C}"/>
                </a:ext>
              </a:extLst>
            </p:cNvPr>
            <p:cNvSpPr/>
            <p:nvPr/>
          </p:nvSpPr>
          <p:spPr>
            <a:xfrm>
              <a:off x="2553418" y="762900"/>
              <a:ext cx="2066207" cy="4277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/>
                <a:t>출생월</a:t>
              </a:r>
              <a:endParaRPr lang="ko-KR" altLang="en-US" sz="1600" dirty="0"/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B28BE32A-EDCE-350B-8228-D4F33418C865}"/>
                </a:ext>
              </a:extLst>
            </p:cNvPr>
            <p:cNvSpPr/>
            <p:nvPr/>
          </p:nvSpPr>
          <p:spPr>
            <a:xfrm rot="10800000">
              <a:off x="4121808" y="867225"/>
              <a:ext cx="266700" cy="219075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09E7A27-1F84-E10F-1302-7E9B98055BE7}"/>
                </a:ext>
              </a:extLst>
            </p:cNvPr>
            <p:cNvSpPr/>
            <p:nvPr/>
          </p:nvSpPr>
          <p:spPr>
            <a:xfrm>
              <a:off x="4828457" y="772875"/>
              <a:ext cx="2066207" cy="4277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출생일</a:t>
              </a:r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1CF93866-28B4-1F83-BC6D-069E74FE6448}"/>
                </a:ext>
              </a:extLst>
            </p:cNvPr>
            <p:cNvSpPr/>
            <p:nvPr/>
          </p:nvSpPr>
          <p:spPr>
            <a:xfrm rot="10800000">
              <a:off x="6398283" y="877200"/>
              <a:ext cx="266700" cy="219075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DD1641-3905-75CA-E680-1A9F54766D8D}"/>
              </a:ext>
            </a:extLst>
          </p:cNvPr>
          <p:cNvSpPr/>
          <p:nvPr/>
        </p:nvSpPr>
        <p:spPr>
          <a:xfrm>
            <a:off x="647700" y="762900"/>
            <a:ext cx="1279270" cy="353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성별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065B94-1B2A-7399-E182-98E4605FAF4A}"/>
              </a:ext>
            </a:extLst>
          </p:cNvPr>
          <p:cNvSpPr/>
          <p:nvPr/>
        </p:nvSpPr>
        <p:spPr>
          <a:xfrm>
            <a:off x="626023" y="1934849"/>
            <a:ext cx="1279270" cy="353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생년월일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F4B994-D106-3D1D-5D5F-D06D216E826C}"/>
              </a:ext>
            </a:extLst>
          </p:cNvPr>
          <p:cNvSpPr/>
          <p:nvPr/>
        </p:nvSpPr>
        <p:spPr>
          <a:xfrm>
            <a:off x="626023" y="2963549"/>
            <a:ext cx="1279270" cy="353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태어난 시간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BD94DE-2EF2-1ED6-FB96-9C71B531E0DA}"/>
              </a:ext>
            </a:extLst>
          </p:cNvPr>
          <p:cNvSpPr/>
          <p:nvPr/>
        </p:nvSpPr>
        <p:spPr>
          <a:xfrm>
            <a:off x="2553417" y="1095482"/>
            <a:ext cx="1692105" cy="3359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남자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76910CA-DE04-CE3F-CAC3-B22C5709D88F}"/>
              </a:ext>
            </a:extLst>
          </p:cNvPr>
          <p:cNvSpPr/>
          <p:nvPr/>
        </p:nvSpPr>
        <p:spPr>
          <a:xfrm>
            <a:off x="2553417" y="1448155"/>
            <a:ext cx="1692105" cy="3359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여자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B51294-549A-AE90-3736-5B32D958ACAA}"/>
              </a:ext>
            </a:extLst>
          </p:cNvPr>
          <p:cNvSpPr/>
          <p:nvPr/>
        </p:nvSpPr>
        <p:spPr>
          <a:xfrm>
            <a:off x="626023" y="3992249"/>
            <a:ext cx="1279270" cy="353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꿈 입력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F2661D-5975-2A33-B7A5-5DF203D88D59}"/>
              </a:ext>
            </a:extLst>
          </p:cNvPr>
          <p:cNvSpPr txBox="1"/>
          <p:nvPr/>
        </p:nvSpPr>
        <p:spPr>
          <a:xfrm>
            <a:off x="4369129" y="2998281"/>
            <a:ext cx="40709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(‘</a:t>
            </a:r>
            <a:r>
              <a:rPr lang="ko-KR" altLang="en-US" sz="1200" b="1" dirty="0"/>
              <a:t>모름</a:t>
            </a:r>
            <a:r>
              <a:rPr lang="en-US" altLang="ko-KR" sz="1200" dirty="0"/>
              <a:t>’</a:t>
            </a:r>
            <a:r>
              <a:rPr lang="ko-KR" altLang="en-US" sz="1200" dirty="0"/>
              <a:t>의 선택지도 있어야 함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C695FCA-CB0D-2197-5FA3-7BCBB0EC58F0}"/>
              </a:ext>
            </a:extLst>
          </p:cNvPr>
          <p:cNvSpPr/>
          <p:nvPr/>
        </p:nvSpPr>
        <p:spPr>
          <a:xfrm>
            <a:off x="379496" y="122346"/>
            <a:ext cx="2373329" cy="4506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해몽 입력 란</a:t>
            </a:r>
            <a:endParaRPr lang="ko-KR" altLang="en-US" sz="28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C2A405-3F6E-9AA5-A7AA-6F56C0141780}"/>
              </a:ext>
            </a:extLst>
          </p:cNvPr>
          <p:cNvSpPr/>
          <p:nvPr/>
        </p:nvSpPr>
        <p:spPr>
          <a:xfrm>
            <a:off x="722463" y="5670959"/>
            <a:ext cx="1414732" cy="4945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그 꿈에 대한 기분 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53ADC5-8411-FFDA-7402-6BDBB57DF481}"/>
              </a:ext>
            </a:extLst>
          </p:cNvPr>
          <p:cNvSpPr/>
          <p:nvPr/>
        </p:nvSpPr>
        <p:spPr>
          <a:xfrm>
            <a:off x="2553417" y="6103757"/>
            <a:ext cx="1692105" cy="3359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매우좋음</a:t>
            </a:r>
            <a:endParaRPr lang="ko-KR" altLang="en-US" sz="14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9A8B42-E9BC-532C-59B1-B1B400225E6C}"/>
              </a:ext>
            </a:extLst>
          </p:cNvPr>
          <p:cNvSpPr/>
          <p:nvPr/>
        </p:nvSpPr>
        <p:spPr>
          <a:xfrm>
            <a:off x="4214321" y="6113126"/>
            <a:ext cx="1692105" cy="3359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좋음</a:t>
            </a:r>
            <a:endParaRPr lang="ko-KR" altLang="en-US" sz="14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502BDE8-AB35-49E7-5E73-8BB40C102E8D}"/>
              </a:ext>
            </a:extLst>
          </p:cNvPr>
          <p:cNvSpPr/>
          <p:nvPr/>
        </p:nvSpPr>
        <p:spPr>
          <a:xfrm>
            <a:off x="5875225" y="6122780"/>
            <a:ext cx="1692105" cy="3359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보통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1BA742E-0DE5-D413-1D59-4287F93475D3}"/>
              </a:ext>
            </a:extLst>
          </p:cNvPr>
          <p:cNvSpPr/>
          <p:nvPr/>
        </p:nvSpPr>
        <p:spPr>
          <a:xfrm>
            <a:off x="7462485" y="6122780"/>
            <a:ext cx="1692105" cy="3359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나쁨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29CC61D-82CC-84E8-3BB9-8D7ACD817851}"/>
              </a:ext>
            </a:extLst>
          </p:cNvPr>
          <p:cNvSpPr/>
          <p:nvPr/>
        </p:nvSpPr>
        <p:spPr>
          <a:xfrm>
            <a:off x="9113799" y="6113125"/>
            <a:ext cx="1692105" cy="3359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매우 나쁨 </a:t>
            </a:r>
          </a:p>
        </p:txBody>
      </p:sp>
    </p:spTree>
    <p:extLst>
      <p:ext uri="{BB962C8B-B14F-4D97-AF65-F5344CB8AC3E}">
        <p14:creationId xmlns:p14="http://schemas.microsoft.com/office/powerpoint/2010/main" val="784057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C3E5-239B-7BCB-C597-C46F10D64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B85EEAD-74A9-9DE0-070A-30A50B7CE78D}"/>
              </a:ext>
            </a:extLst>
          </p:cNvPr>
          <p:cNvSpPr/>
          <p:nvPr/>
        </p:nvSpPr>
        <p:spPr>
          <a:xfrm>
            <a:off x="220844" y="893818"/>
            <a:ext cx="11213295" cy="55254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F7706B0-B8DF-0A32-D154-543A6E9BBBE6}"/>
              </a:ext>
            </a:extLst>
          </p:cNvPr>
          <p:cNvSpPr/>
          <p:nvPr/>
        </p:nvSpPr>
        <p:spPr>
          <a:xfrm>
            <a:off x="1122937" y="5675012"/>
            <a:ext cx="3717500" cy="6046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B5CDE9-2E3B-F1D9-0B5E-21664F5A34D0}"/>
              </a:ext>
            </a:extLst>
          </p:cNvPr>
          <p:cNvCxnSpPr>
            <a:cxnSpLocks/>
          </p:cNvCxnSpPr>
          <p:nvPr/>
        </p:nvCxnSpPr>
        <p:spPr>
          <a:xfrm>
            <a:off x="314896" y="3528535"/>
            <a:ext cx="158742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9EAE17A-0536-A915-34AC-67DF20B457B3}"/>
              </a:ext>
            </a:extLst>
          </p:cNvPr>
          <p:cNvSpPr txBox="1"/>
          <p:nvPr/>
        </p:nvSpPr>
        <p:spPr>
          <a:xfrm>
            <a:off x="1242355" y="5695622"/>
            <a:ext cx="21197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오늘의 행운</a:t>
            </a:r>
            <a:endParaRPr lang="ko-KR" altLang="en-US" sz="800" dirty="0"/>
          </a:p>
        </p:txBody>
      </p:sp>
      <p:graphicFrame>
        <p:nvGraphicFramePr>
          <p:cNvPr id="33" name="Group 84">
            <a:extLst>
              <a:ext uri="{FF2B5EF4-FFF2-40B4-BE49-F238E27FC236}">
                <a16:creationId xmlns:a16="http://schemas.microsoft.com/office/drawing/2014/main" id="{3D8AE40E-F6A1-DABB-6CAB-50B93F728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925545"/>
              </p:ext>
            </p:extLst>
          </p:nvPr>
        </p:nvGraphicFramePr>
        <p:xfrm>
          <a:off x="1438130" y="5905153"/>
          <a:ext cx="928390" cy="414310"/>
        </p:xfrm>
        <a:graphic>
          <a:graphicData uri="http://schemas.openxmlformats.org/drawingml/2006/table">
            <a:tbl>
              <a:tblPr/>
              <a:tblGrid>
                <a:gridCol w="928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4310">
                <a:tc>
                  <a:txBody>
                    <a:bodyPr/>
                    <a:lstStyle/>
                    <a:p>
                      <a:pPr algn="l" eaLnBrk="1" latinLnBrk="0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행운의 색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eaLnBrk="1" latinLnBrk="0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그레이 블루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Group 84">
            <a:extLst>
              <a:ext uri="{FF2B5EF4-FFF2-40B4-BE49-F238E27FC236}">
                <a16:creationId xmlns:a16="http://schemas.microsoft.com/office/drawing/2014/main" id="{8A38563B-388C-BA8B-6E03-E5A9446B3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222496"/>
              </p:ext>
            </p:extLst>
          </p:nvPr>
        </p:nvGraphicFramePr>
        <p:xfrm>
          <a:off x="3578136" y="5893204"/>
          <a:ext cx="928390" cy="398400"/>
        </p:xfrm>
        <a:graphic>
          <a:graphicData uri="http://schemas.openxmlformats.org/drawingml/2006/table">
            <a:tbl>
              <a:tblPr/>
              <a:tblGrid>
                <a:gridCol w="928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471">
                <a:tc>
                  <a:txBody>
                    <a:bodyPr/>
                    <a:lstStyle/>
                    <a:p>
                      <a:pPr algn="l" eaLnBrk="1" latinLnBrk="0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행운의 물건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eaLnBrk="1" latinLnBrk="0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따뜻한 차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Group 84">
            <a:extLst>
              <a:ext uri="{FF2B5EF4-FFF2-40B4-BE49-F238E27FC236}">
                <a16:creationId xmlns:a16="http://schemas.microsoft.com/office/drawing/2014/main" id="{331F61A6-BEE6-B9CF-FA2F-E286D977D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404638"/>
              </p:ext>
            </p:extLst>
          </p:nvPr>
        </p:nvGraphicFramePr>
        <p:xfrm>
          <a:off x="2529885" y="5905153"/>
          <a:ext cx="814777" cy="398400"/>
        </p:xfrm>
        <a:graphic>
          <a:graphicData uri="http://schemas.openxmlformats.org/drawingml/2006/table">
            <a:tbl>
              <a:tblPr/>
              <a:tblGrid>
                <a:gridCol w="814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4152">
                <a:tc>
                  <a:txBody>
                    <a:bodyPr/>
                    <a:lstStyle/>
                    <a:p>
                      <a:pPr algn="l" eaLnBrk="1" latinLnBrk="0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ko-KR" altLang="en-US" sz="10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행운의 숫자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4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9A67760-51E7-27EE-4B6A-9203B2D3C91A}"/>
              </a:ext>
            </a:extLst>
          </p:cNvPr>
          <p:cNvSpPr txBox="1"/>
          <p:nvPr/>
        </p:nvSpPr>
        <p:spPr>
          <a:xfrm>
            <a:off x="725757" y="1301418"/>
            <a:ext cx="1065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 총평 </a:t>
            </a:r>
            <a:r>
              <a:rPr lang="en-US" altLang="ko-KR" sz="1200" b="1" dirty="0">
                <a:solidFill>
                  <a:srgbClr val="FF0000"/>
                </a:solidFill>
              </a:rPr>
              <a:t>: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447985E-B4F2-BAF5-7AE1-2E88C8DDE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155" y="3565660"/>
            <a:ext cx="945272" cy="38567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8EB2FE-A466-7810-2497-951671BC1351}"/>
              </a:ext>
            </a:extLst>
          </p:cNvPr>
          <p:cNvSpPr/>
          <p:nvPr/>
        </p:nvSpPr>
        <p:spPr>
          <a:xfrm>
            <a:off x="5937869" y="2558291"/>
            <a:ext cx="1056538" cy="206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#</a:t>
            </a:r>
            <a:r>
              <a:rPr lang="ko-KR" altLang="en-US" sz="1100" dirty="0"/>
              <a:t>복권사기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C977E6-863B-BF73-A138-80A344C8E8BC}"/>
              </a:ext>
            </a:extLst>
          </p:cNvPr>
          <p:cNvSpPr/>
          <p:nvPr/>
        </p:nvSpPr>
        <p:spPr>
          <a:xfrm>
            <a:off x="7171723" y="2561056"/>
            <a:ext cx="1576145" cy="206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#</a:t>
            </a:r>
            <a:r>
              <a:rPr lang="ko-KR" altLang="en-US" sz="1100" dirty="0"/>
              <a:t>사람 </a:t>
            </a:r>
            <a:r>
              <a:rPr lang="ko-KR" altLang="en-US" sz="1100" dirty="0" err="1"/>
              <a:t>안만나기</a:t>
            </a:r>
            <a:endParaRPr lang="ko-KR" altLang="en-US" sz="11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569603-F8AD-C60F-1164-A872BDEEE9A6}"/>
              </a:ext>
            </a:extLst>
          </p:cNvPr>
          <p:cNvSpPr/>
          <p:nvPr/>
        </p:nvSpPr>
        <p:spPr>
          <a:xfrm>
            <a:off x="5937869" y="2927660"/>
            <a:ext cx="1576145" cy="206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#</a:t>
            </a:r>
            <a:r>
              <a:rPr lang="ko-KR" altLang="en-US" sz="1100" dirty="0"/>
              <a:t>커피 마시기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6651543-634C-A9B0-9386-469A6FA88D50}"/>
              </a:ext>
            </a:extLst>
          </p:cNvPr>
          <p:cNvSpPr/>
          <p:nvPr/>
        </p:nvSpPr>
        <p:spPr>
          <a:xfrm>
            <a:off x="4568706" y="5867854"/>
            <a:ext cx="1678679" cy="411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+</a:t>
            </a:r>
            <a:r>
              <a:rPr lang="ko-KR" altLang="en-US" sz="1000" dirty="0"/>
              <a:t>디테일과 함께 </a:t>
            </a:r>
            <a:endParaRPr lang="en-US" altLang="ko-KR" sz="1000" dirty="0"/>
          </a:p>
          <a:p>
            <a:pPr algn="ctr"/>
            <a:r>
              <a:rPr lang="ko-KR" altLang="en-US" sz="1000" dirty="0"/>
              <a:t>행운의 키워드들 나오기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DE5D61-3186-69F5-B2F0-6FA87E60B86F}"/>
              </a:ext>
            </a:extLst>
          </p:cNvPr>
          <p:cNvSpPr/>
          <p:nvPr/>
        </p:nvSpPr>
        <p:spPr>
          <a:xfrm>
            <a:off x="5845510" y="1474271"/>
            <a:ext cx="1203306" cy="2965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한줄</a:t>
            </a:r>
            <a:r>
              <a:rPr lang="ko-KR" altLang="en-US" sz="1400" dirty="0"/>
              <a:t> 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A0A938-606D-BD8F-4C4B-F03D5A5CCA0A}"/>
              </a:ext>
            </a:extLst>
          </p:cNvPr>
          <p:cNvSpPr/>
          <p:nvPr/>
        </p:nvSpPr>
        <p:spPr>
          <a:xfrm>
            <a:off x="7734791" y="2920178"/>
            <a:ext cx="2992131" cy="2312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(~</a:t>
            </a:r>
            <a:r>
              <a:rPr lang="ko-KR" altLang="en-US" sz="1050" dirty="0"/>
              <a:t>등 행동적인 것들 해시태그로 나오기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C294AA-85C6-FBC8-19A2-617201032B65}"/>
              </a:ext>
            </a:extLst>
          </p:cNvPr>
          <p:cNvSpPr/>
          <p:nvPr/>
        </p:nvSpPr>
        <p:spPr>
          <a:xfrm>
            <a:off x="5888914" y="1937148"/>
            <a:ext cx="4148712" cy="42279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여긴 한 문장으로 요약된 내 꿈 해몽이 나오기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2890451-519B-297F-3A23-E27FF5441821}"/>
              </a:ext>
            </a:extLst>
          </p:cNvPr>
          <p:cNvCxnSpPr>
            <a:cxnSpLocks/>
          </p:cNvCxnSpPr>
          <p:nvPr/>
        </p:nvCxnSpPr>
        <p:spPr>
          <a:xfrm>
            <a:off x="5451909" y="1300527"/>
            <a:ext cx="0" cy="4456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0DBCBC-280D-21B0-53EA-F560F8D9FECB}"/>
              </a:ext>
            </a:extLst>
          </p:cNvPr>
          <p:cNvSpPr txBox="1"/>
          <p:nvPr/>
        </p:nvSpPr>
        <p:spPr>
          <a:xfrm>
            <a:off x="5863396" y="3512505"/>
            <a:ext cx="1308327" cy="422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4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dirty="0"/>
              <a:t>공유하기 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5DE4235-880F-C774-0E8C-16D3F6891E6E}"/>
              </a:ext>
            </a:extLst>
          </p:cNvPr>
          <p:cNvSpPr/>
          <p:nvPr/>
        </p:nvSpPr>
        <p:spPr>
          <a:xfrm>
            <a:off x="220844" y="379993"/>
            <a:ext cx="3362962" cy="54610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 결과 화면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25A7CE-13EE-4516-10D3-7F9125344A74}"/>
              </a:ext>
            </a:extLst>
          </p:cNvPr>
          <p:cNvSpPr/>
          <p:nvPr/>
        </p:nvSpPr>
        <p:spPr>
          <a:xfrm>
            <a:off x="5451909" y="347718"/>
            <a:ext cx="3454400" cy="5461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다른 사람들의 꿈 해몽 보기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B5C8F04-D25C-5AFE-1D79-A78999381482}"/>
              </a:ext>
            </a:extLst>
          </p:cNvPr>
          <p:cNvSpPr/>
          <p:nvPr/>
        </p:nvSpPr>
        <p:spPr>
          <a:xfrm>
            <a:off x="5430119" y="299957"/>
            <a:ext cx="3476190" cy="639394"/>
          </a:xfrm>
          <a:prstGeom prst="rect">
            <a:avLst/>
          </a:prstGeom>
          <a:solidFill>
            <a:schemeClr val="accent1">
              <a:alpha val="7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E0FBF88-032E-677D-99C7-25CFFF2A6D6D}"/>
              </a:ext>
            </a:extLst>
          </p:cNvPr>
          <p:cNvGrpSpPr/>
          <p:nvPr/>
        </p:nvGrpSpPr>
        <p:grpSpPr>
          <a:xfrm>
            <a:off x="1046471" y="2319135"/>
            <a:ext cx="2579762" cy="490525"/>
            <a:chOff x="2515879" y="2222949"/>
            <a:chExt cx="2579762" cy="49052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6038730-C4C7-6BD7-703D-5EAF42CE6F43}"/>
                </a:ext>
              </a:extLst>
            </p:cNvPr>
            <p:cNvSpPr/>
            <p:nvPr/>
          </p:nvSpPr>
          <p:spPr>
            <a:xfrm>
              <a:off x="2515879" y="2222949"/>
              <a:ext cx="2579762" cy="4905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  </a:t>
              </a:r>
              <a:r>
                <a:rPr lang="ko-KR" altLang="en-US" sz="1400" dirty="0" err="1"/>
                <a:t>재물운</a:t>
              </a:r>
              <a:r>
                <a:rPr lang="ko-KR" altLang="en-US" sz="1400" dirty="0"/>
                <a:t> ★ ★ ★ ★ ★           </a:t>
              </a:r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FAB9C204-1D5D-E5D8-B2E2-C45266084DC0}"/>
                </a:ext>
              </a:extLst>
            </p:cNvPr>
            <p:cNvSpPr/>
            <p:nvPr/>
          </p:nvSpPr>
          <p:spPr>
            <a:xfrm rot="10800000">
              <a:off x="4522695" y="2342519"/>
              <a:ext cx="425527" cy="305648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DC4D332-8CB3-7C84-6373-66FC7413BEB6}"/>
              </a:ext>
            </a:extLst>
          </p:cNvPr>
          <p:cNvGrpSpPr/>
          <p:nvPr/>
        </p:nvGrpSpPr>
        <p:grpSpPr>
          <a:xfrm>
            <a:off x="1050618" y="2963596"/>
            <a:ext cx="2579762" cy="490525"/>
            <a:chOff x="2515879" y="2222949"/>
            <a:chExt cx="2579762" cy="490525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EEC05006-F500-C0B3-8D6F-4A1D182D30C4}"/>
                </a:ext>
              </a:extLst>
            </p:cNvPr>
            <p:cNvSpPr/>
            <p:nvPr/>
          </p:nvSpPr>
          <p:spPr>
            <a:xfrm>
              <a:off x="2515879" y="2222949"/>
              <a:ext cx="2579762" cy="4905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  </a:t>
              </a:r>
              <a:r>
                <a:rPr lang="ko-KR" altLang="en-US" sz="1400" dirty="0" err="1"/>
                <a:t>애정운</a:t>
              </a:r>
              <a:r>
                <a:rPr lang="ko-KR" altLang="en-US" sz="1400" dirty="0"/>
                <a:t> ★ ★ ★ ☆ ☆           </a:t>
              </a:r>
            </a:p>
          </p:txBody>
        </p:sp>
        <p:sp>
          <p:nvSpPr>
            <p:cNvPr id="60" name="이등변 삼각형 59">
              <a:extLst>
                <a:ext uri="{FF2B5EF4-FFF2-40B4-BE49-F238E27FC236}">
                  <a16:creationId xmlns:a16="http://schemas.microsoft.com/office/drawing/2014/main" id="{B934CAF5-5BCE-FA63-0880-09DF4713C8F1}"/>
                </a:ext>
              </a:extLst>
            </p:cNvPr>
            <p:cNvSpPr/>
            <p:nvPr/>
          </p:nvSpPr>
          <p:spPr>
            <a:xfrm rot="10800000">
              <a:off x="4522695" y="2342519"/>
              <a:ext cx="425527" cy="305648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59A3F12-86C9-8EF8-6F83-CA1734F9B9F9}"/>
              </a:ext>
            </a:extLst>
          </p:cNvPr>
          <p:cNvGrpSpPr/>
          <p:nvPr/>
        </p:nvGrpSpPr>
        <p:grpSpPr>
          <a:xfrm>
            <a:off x="1046470" y="3687435"/>
            <a:ext cx="2579763" cy="1975957"/>
            <a:chOff x="2515879" y="2222949"/>
            <a:chExt cx="2579763" cy="1975957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EF5A169-42B4-FA71-79FE-60F55E90E41E}"/>
                </a:ext>
              </a:extLst>
            </p:cNvPr>
            <p:cNvSpPr/>
            <p:nvPr/>
          </p:nvSpPr>
          <p:spPr>
            <a:xfrm>
              <a:off x="2515879" y="2222949"/>
              <a:ext cx="2579762" cy="4905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  </a:t>
              </a:r>
              <a:r>
                <a:rPr lang="ko-KR" altLang="en-US" sz="1400" dirty="0" err="1"/>
                <a:t>직장운</a:t>
              </a:r>
              <a:r>
                <a:rPr lang="ko-KR" altLang="en-US" sz="1400" dirty="0"/>
                <a:t> ★ ★ ★ ★ ☆           </a:t>
              </a:r>
            </a:p>
          </p:txBody>
        </p:sp>
        <p:sp>
          <p:nvSpPr>
            <p:cNvPr id="63" name="이등변 삼각형 62">
              <a:extLst>
                <a:ext uri="{FF2B5EF4-FFF2-40B4-BE49-F238E27FC236}">
                  <a16:creationId xmlns:a16="http://schemas.microsoft.com/office/drawing/2014/main" id="{47331F01-52A1-5856-C7F8-7D64E466C368}"/>
                </a:ext>
              </a:extLst>
            </p:cNvPr>
            <p:cNvSpPr/>
            <p:nvPr/>
          </p:nvSpPr>
          <p:spPr>
            <a:xfrm rot="10800000">
              <a:off x="4522695" y="2342519"/>
              <a:ext cx="425527" cy="305648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08EE73DC-308F-AF82-30F8-895239400B4B}"/>
                </a:ext>
              </a:extLst>
            </p:cNvPr>
            <p:cNvSpPr/>
            <p:nvPr/>
          </p:nvSpPr>
          <p:spPr>
            <a:xfrm>
              <a:off x="2515880" y="2970985"/>
              <a:ext cx="2579762" cy="4905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  </a:t>
              </a:r>
              <a:r>
                <a:rPr lang="ko-KR" altLang="en-US" sz="1400" dirty="0" err="1"/>
                <a:t>건강운</a:t>
              </a:r>
              <a:r>
                <a:rPr lang="ko-KR" altLang="en-US" sz="1400" dirty="0"/>
                <a:t> ★ ☆ ☆ ☆ ☆           </a:t>
              </a:r>
            </a:p>
          </p:txBody>
        </p:sp>
        <p:sp>
          <p:nvSpPr>
            <p:cNvPr id="65" name="이등변 삼각형 64">
              <a:extLst>
                <a:ext uri="{FF2B5EF4-FFF2-40B4-BE49-F238E27FC236}">
                  <a16:creationId xmlns:a16="http://schemas.microsoft.com/office/drawing/2014/main" id="{D527656B-B044-4E7B-C246-37AB6DD179D8}"/>
                </a:ext>
              </a:extLst>
            </p:cNvPr>
            <p:cNvSpPr/>
            <p:nvPr/>
          </p:nvSpPr>
          <p:spPr>
            <a:xfrm rot="10800000">
              <a:off x="4565370" y="3072246"/>
              <a:ext cx="425527" cy="305648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364EC78D-4E4C-6283-CCF5-0A5BA50B0C5B}"/>
                </a:ext>
              </a:extLst>
            </p:cNvPr>
            <p:cNvSpPr/>
            <p:nvPr/>
          </p:nvSpPr>
          <p:spPr>
            <a:xfrm>
              <a:off x="2515879" y="3708381"/>
              <a:ext cx="2579762" cy="4905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           꿈 해석 총론</a:t>
              </a:r>
            </a:p>
          </p:txBody>
        </p:sp>
        <p:sp>
          <p:nvSpPr>
            <p:cNvPr id="67" name="이등변 삼각형 66">
              <a:extLst>
                <a:ext uri="{FF2B5EF4-FFF2-40B4-BE49-F238E27FC236}">
                  <a16:creationId xmlns:a16="http://schemas.microsoft.com/office/drawing/2014/main" id="{44D12476-B94B-B409-F599-9AAED25ED147}"/>
                </a:ext>
              </a:extLst>
            </p:cNvPr>
            <p:cNvSpPr/>
            <p:nvPr/>
          </p:nvSpPr>
          <p:spPr>
            <a:xfrm rot="10800000">
              <a:off x="4565369" y="3809642"/>
              <a:ext cx="425527" cy="305648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B2C98A39-8F0E-3197-76F4-1361DBCF68D6}"/>
              </a:ext>
            </a:extLst>
          </p:cNvPr>
          <p:cNvSpPr/>
          <p:nvPr/>
        </p:nvSpPr>
        <p:spPr>
          <a:xfrm>
            <a:off x="4021983" y="2109715"/>
            <a:ext cx="1712065" cy="507076"/>
          </a:xfrm>
          <a:prstGeom prst="wedgeRoundRectCallout">
            <a:avLst>
              <a:gd name="adj1" fmla="val -82026"/>
              <a:gd name="adj2" fmla="val 42703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토글</a:t>
            </a:r>
            <a:r>
              <a:rPr lang="ko-KR" altLang="en-US" sz="1100" dirty="0"/>
              <a:t> 선택 시 </a:t>
            </a:r>
            <a:endParaRPr lang="en-US" altLang="ko-KR" sz="1100" dirty="0"/>
          </a:p>
          <a:p>
            <a:pPr algn="ctr"/>
            <a:r>
              <a:rPr lang="ko-KR" altLang="en-US" sz="1100" dirty="0"/>
              <a:t>상세 설명 펼쳐져 나옴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0C1DE72-E78E-3E27-6F6D-1183D2B39FCD}"/>
              </a:ext>
            </a:extLst>
          </p:cNvPr>
          <p:cNvGrpSpPr/>
          <p:nvPr/>
        </p:nvGrpSpPr>
        <p:grpSpPr>
          <a:xfrm>
            <a:off x="835646" y="1579818"/>
            <a:ext cx="2217639" cy="385671"/>
            <a:chOff x="6489865" y="4729247"/>
            <a:chExt cx="2217639" cy="38567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135838-157F-1A2D-4A30-09A92A91A88D}"/>
                </a:ext>
              </a:extLst>
            </p:cNvPr>
            <p:cNvSpPr txBox="1"/>
            <p:nvPr/>
          </p:nvSpPr>
          <p:spPr>
            <a:xfrm>
              <a:off x="6489865" y="4837574"/>
              <a:ext cx="83341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/>
                <a:t>길몽 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D9667AB-E7A5-566A-8365-AFD936CED463}"/>
                </a:ext>
              </a:extLst>
            </p:cNvPr>
            <p:cNvSpPr/>
            <p:nvPr/>
          </p:nvSpPr>
          <p:spPr>
            <a:xfrm>
              <a:off x="6967545" y="4869056"/>
              <a:ext cx="1739959" cy="1531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0BC3F92-BBCD-1E06-16CD-EB856FA4A121}"/>
                </a:ext>
              </a:extLst>
            </p:cNvPr>
            <p:cNvSpPr/>
            <p:nvPr/>
          </p:nvSpPr>
          <p:spPr>
            <a:xfrm>
              <a:off x="7353232" y="4729247"/>
              <a:ext cx="123826" cy="3856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142FF3D-8FDD-EE72-A778-377B959B1589}"/>
              </a:ext>
            </a:extLst>
          </p:cNvPr>
          <p:cNvSpPr txBox="1"/>
          <p:nvPr/>
        </p:nvSpPr>
        <p:spPr>
          <a:xfrm>
            <a:off x="3055169" y="1653670"/>
            <a:ext cx="8065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흉몽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AFEAD2A-41A3-7C35-D9B2-EED387FCBC94}"/>
              </a:ext>
            </a:extLst>
          </p:cNvPr>
          <p:cNvSpPr/>
          <p:nvPr/>
        </p:nvSpPr>
        <p:spPr>
          <a:xfrm>
            <a:off x="3056008" y="768361"/>
            <a:ext cx="2307532" cy="7778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*</a:t>
            </a:r>
            <a:r>
              <a:rPr lang="ko-KR" altLang="en-US" sz="1100" b="1" dirty="0"/>
              <a:t>점수 계산 방식 </a:t>
            </a:r>
            <a:r>
              <a:rPr lang="en-US" altLang="ko-KR" sz="1100" b="1" dirty="0"/>
              <a:t>: </a:t>
            </a:r>
          </a:p>
          <a:p>
            <a:pPr algn="ctr"/>
            <a:r>
              <a:rPr lang="ko-KR" altLang="en-US" sz="1050" dirty="0"/>
              <a:t>별 한 개에 </a:t>
            </a:r>
            <a:r>
              <a:rPr lang="en-US" altLang="ko-KR" sz="1050" dirty="0"/>
              <a:t>5</a:t>
            </a:r>
            <a:r>
              <a:rPr lang="ko-KR" altLang="en-US" sz="1050" dirty="0"/>
              <a:t>점씩 부여  </a:t>
            </a:r>
            <a:endParaRPr lang="en-US" altLang="ko-KR" sz="1050" dirty="0"/>
          </a:p>
          <a:p>
            <a:pPr algn="ctr"/>
            <a:r>
              <a:rPr lang="ko-KR" altLang="en-US" sz="1050" dirty="0"/>
              <a:t>백분위 계산 후 길몽</a:t>
            </a:r>
            <a:r>
              <a:rPr lang="en-US" altLang="ko-KR" sz="1050" dirty="0"/>
              <a:t>/</a:t>
            </a:r>
            <a:r>
              <a:rPr lang="ko-KR" altLang="en-US" sz="1050" dirty="0"/>
              <a:t>흉몽 중 </a:t>
            </a:r>
            <a:endParaRPr lang="en-US" altLang="ko-KR" sz="1050" dirty="0"/>
          </a:p>
          <a:p>
            <a:pPr algn="ctr"/>
            <a:r>
              <a:rPr lang="ko-KR" altLang="en-US" sz="1050" dirty="0"/>
              <a:t>어디에 가까운지 게이지바로 노출 </a:t>
            </a:r>
            <a:endParaRPr lang="en-US" altLang="ko-KR" sz="105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41A42BE-AF44-436E-B706-6C774DB586C7}"/>
              </a:ext>
            </a:extLst>
          </p:cNvPr>
          <p:cNvCxnSpPr>
            <a:cxnSpLocks/>
          </p:cNvCxnSpPr>
          <p:nvPr/>
        </p:nvCxnSpPr>
        <p:spPr>
          <a:xfrm flipV="1">
            <a:off x="1430305" y="1157302"/>
            <a:ext cx="1506968" cy="239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8270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428B-77D7-94FC-07A8-DFEECD1C6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C5E0E2-81D4-5445-5022-68E7C5BF3F6D}"/>
              </a:ext>
            </a:extLst>
          </p:cNvPr>
          <p:cNvSpPr/>
          <p:nvPr/>
        </p:nvSpPr>
        <p:spPr>
          <a:xfrm>
            <a:off x="328246" y="458648"/>
            <a:ext cx="2324389" cy="4506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해몽 결과 창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901E21A6-AF4D-9D33-64A6-064B9F2A1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972" y="1056832"/>
            <a:ext cx="2486422" cy="418577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A8FB2DD-ABB3-B0AE-E926-8AAD3D69DDF0}"/>
              </a:ext>
            </a:extLst>
          </p:cNvPr>
          <p:cNvSpPr txBox="1"/>
          <p:nvPr/>
        </p:nvSpPr>
        <p:spPr>
          <a:xfrm>
            <a:off x="9228694" y="601510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예시 화면 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4CAF10-479E-76E3-6D4B-7AD3A39A6F91}"/>
              </a:ext>
            </a:extLst>
          </p:cNvPr>
          <p:cNvSpPr/>
          <p:nvPr/>
        </p:nvSpPr>
        <p:spPr>
          <a:xfrm>
            <a:off x="8039100" y="5356655"/>
            <a:ext cx="3763012" cy="961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해당 화면 내용</a:t>
            </a:r>
            <a:endParaRPr lang="en-US" altLang="ko-KR" sz="2000" b="1" dirty="0"/>
          </a:p>
          <a:p>
            <a:pPr marL="285750" indent="-285750" algn="ctr">
              <a:buFontTx/>
              <a:buChar char="-"/>
            </a:pPr>
            <a:r>
              <a:rPr lang="ko-KR" altLang="en-US" sz="1400" dirty="0"/>
              <a:t>다른 사람이 적었던 해몽 제목</a:t>
            </a:r>
            <a:r>
              <a:rPr lang="en-US" altLang="ko-KR" sz="1400" dirty="0"/>
              <a:t>/</a:t>
            </a:r>
            <a:r>
              <a:rPr lang="ko-KR" altLang="en-US" sz="1400" dirty="0"/>
              <a:t>내용</a:t>
            </a:r>
            <a:r>
              <a:rPr lang="en-US" altLang="ko-KR" sz="1400" dirty="0"/>
              <a:t>/</a:t>
            </a:r>
            <a:r>
              <a:rPr lang="ko-KR" altLang="en-US" sz="1400" dirty="0"/>
              <a:t>점수  </a:t>
            </a:r>
            <a:endParaRPr lang="en-US" altLang="ko-KR" sz="14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2EA587D-A212-23A0-9938-4A4230132A39}"/>
              </a:ext>
            </a:extLst>
          </p:cNvPr>
          <p:cNvSpPr/>
          <p:nvPr/>
        </p:nvSpPr>
        <p:spPr>
          <a:xfrm>
            <a:off x="8547259" y="1403174"/>
            <a:ext cx="2472135" cy="705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명칭 </a:t>
            </a:r>
            <a:r>
              <a:rPr lang="en-US" altLang="ko-KR" sz="1200" dirty="0"/>
              <a:t>: </a:t>
            </a:r>
          </a:p>
          <a:p>
            <a:pPr algn="ctr"/>
            <a:r>
              <a:rPr lang="ko-KR" altLang="en-US" sz="1200" dirty="0" err="1"/>
              <a:t>레이도감</a:t>
            </a:r>
            <a:r>
              <a:rPr lang="en-US" altLang="ko-KR" sz="1200" dirty="0"/>
              <a:t>(?) </a:t>
            </a:r>
          </a:p>
          <a:p>
            <a:pPr algn="ctr"/>
            <a:r>
              <a:rPr lang="ko-KR" altLang="en-US" sz="1200" dirty="0"/>
              <a:t>레이 </a:t>
            </a:r>
            <a:r>
              <a:rPr lang="ko-KR" altLang="en-US" sz="1200" dirty="0" err="1"/>
              <a:t>해석소</a:t>
            </a:r>
            <a:r>
              <a:rPr lang="en-US" altLang="ko-KR" sz="1200" dirty="0"/>
              <a:t>(?)</a:t>
            </a:r>
            <a:r>
              <a:rPr lang="ko-KR" altLang="en-US" sz="1200" dirty="0"/>
              <a:t> </a:t>
            </a: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A271BB22-6637-564D-72BD-57BDE1EC5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2" y="1326249"/>
            <a:ext cx="7274538" cy="4134336"/>
          </a:xfrm>
          <a:prstGeom prst="rect">
            <a:avLst/>
          </a:prstGeom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E4EE721-2DDB-7F21-2FD6-18C22D5C3BAF}"/>
              </a:ext>
            </a:extLst>
          </p:cNvPr>
          <p:cNvCxnSpPr>
            <a:cxnSpLocks/>
            <a:stCxn id="68" idx="3"/>
          </p:cNvCxnSpPr>
          <p:nvPr/>
        </p:nvCxnSpPr>
        <p:spPr>
          <a:xfrm flipV="1">
            <a:off x="5554503" y="1482932"/>
            <a:ext cx="2903697" cy="1960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1822B982-4908-E6B9-3C3A-E50EEF22E644}"/>
              </a:ext>
            </a:extLst>
          </p:cNvPr>
          <p:cNvSpPr/>
          <p:nvPr/>
        </p:nvSpPr>
        <p:spPr>
          <a:xfrm>
            <a:off x="3400425" y="1482637"/>
            <a:ext cx="2154078" cy="39260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96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234</Words>
  <Application>Microsoft Office PowerPoint</Application>
  <PresentationFormat>와이드스크린</PresentationFormat>
  <Paragraphs>73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이산하</dc:creator>
  <cp:lastModifiedBy>이산하</cp:lastModifiedBy>
  <cp:revision>150</cp:revision>
  <dcterms:created xsi:type="dcterms:W3CDTF">2026-04-20T06:06:02Z</dcterms:created>
  <dcterms:modified xsi:type="dcterms:W3CDTF">2026-04-23T08:00:53Z</dcterms:modified>
</cp:coreProperties>
</file>