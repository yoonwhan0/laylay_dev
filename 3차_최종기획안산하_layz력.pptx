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9" r:id="rId3"/>
    <p:sldId id="256" r:id="rId4"/>
    <p:sldId id="266" r:id="rId5"/>
    <p:sldId id="267" r:id="rId6"/>
    <p:sldId id="268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86C9849-A371-4DDF-85C1-41AFB6A50065}" name="이산하" initials="이" userId="이산하" providerId="None"/>
  <p188:author id="{D8B9C2E8-3032-885C-68F4-28F5D65DA623}" name="EIBE" initials="E" userId="EIBE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8F3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32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87F20-A7A3-4FA8-ABA4-FD48AFF6F5F5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010813-77D0-48D9-9D5E-3729C5E1FA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412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10813-77D0-48D9-9D5E-3729C5E1FAB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740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B15671-6AA6-52DA-AB72-829611E01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47F420-3412-D4AC-9E0E-4C4FAB3C6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535F21-8BB9-A8AB-7798-99C6DF246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FBD97F-8BA5-8013-53D1-567C0AC46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81EE80-057A-1E1F-1E74-17CCD7F2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274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5EE2F0-7B3D-CCF8-1110-0926C487B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E706A4-8642-E88C-B707-FFE1E2FD8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9E7D96-27AA-B3A0-53B8-9B56980DF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1267B1-4DFA-7ABE-79AC-73298741F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DE2E0F-B3FE-3033-7891-1E1A2D90D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832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9E025-A34E-752A-BA7D-A6C498853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2CB035-DAA6-5526-BDF7-7345238C9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A8CB40-5AC4-9C53-50F0-67C0013F4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4B8AB3-D2EC-2B0D-0646-0E9CF1B13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B059EF-E3D7-AE17-829E-EF353A0F0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7714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EDCFFB-9C72-C4BA-A2FA-6B3952DD2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8766C2-0182-BD14-2ED6-E953CF8C34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3639B6-CF30-21F5-B53A-667A3695C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C353D5-470D-D5DF-C38C-D46F26202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98258D-7904-5B69-7308-2FB4EF8F7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D152C5-3F65-5FDA-5597-4FCEC1B08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5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8FD643-ACA4-6DB3-8243-46542FA6E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E70F5B-D97F-42FE-16F9-22E5497B2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7E5113-04DA-DE32-BC7E-47DDAC007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07B92F-A5D7-B7FC-C9CC-2AED3D560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441120-2B91-A948-C9AE-EFEF2257DE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9F745E6-4006-7E4C-5BCE-075AF8006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48D00F0-D7D7-C74B-7B3B-CD8360357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AE341FA-F135-B4C1-96EE-E9F1424DF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34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31E34F-9B29-D06B-BFBA-6E2CAAAC5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F4F4A8-4E0A-A3A3-F89D-DDB9E7750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4EE558E-6852-6B27-2C68-5F9A30C3C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4C67393-FBEA-F594-A837-275841E5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21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1B85F05-39BE-85FD-5EC6-92EDB5BB5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C12475-E139-2AE9-47E7-DCFE4A86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F0B7F0-7FA9-7253-40F3-36972CA51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639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03DE45-A9B0-8EDD-2E09-E5D830B6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FC494C-52FF-1F27-C88B-19112ABD5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EC7674-57C8-362B-F222-EA9C86BD9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EF9E29-3BE5-B5DF-C287-53D198B2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69BCC0-2D05-6CF5-1798-F9BE84A3A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72859B-317A-E04F-427D-B0132939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761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A4734-1706-ADB1-0949-2E924E229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ECCE9D-3B00-BC07-9D76-E10BC3463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8E060D-0B7A-950C-0D68-B99A4129E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D27062-3BAF-4485-AA01-95E09F4C9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82C6C8-46A1-B86C-9CDA-A42C36D11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CD725C-E568-3F61-2191-9C95B1058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896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5E3E6-E1F0-2C69-6631-321BE1998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7AE3CD-BBDB-C424-1697-8C90B7A72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B25C36-94D8-3C93-183E-C8A97F4C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C802D7-6B45-0F20-73E8-B75D3B00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06393C-9B17-5AE7-500F-CBE47AE7D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458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493F0E-3E99-B3BF-4927-4866594BB2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062C7D-4DB5-5934-25D6-54EFAE692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0CA8D3-419B-5F96-A61D-8DC9EDC4B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9F69-FA21-4C10-9537-906AF49CBF4B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5AFC4C-198C-A3B2-9FC2-4FF882F0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F387FF-0D3B-04B0-1EFB-28CEFCC9D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CBF2-C126-482C-92AE-B29EA3EE4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82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17E2CC5-0460-6FFC-52C4-5E4147ADB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C01D7F-9B44-93C5-34AC-48481F5E3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2E1D6B-993A-9211-A625-F57431F91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69839F69-FA21-4C10-9537-906AF49CBF4B}" type="datetimeFigureOut">
              <a:rPr lang="ko-KR" altLang="en-US" smtClean="0"/>
              <a:pPr/>
              <a:t>2026-04-22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7CBB88-6D66-676F-9D22-960DDA657E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D2EA5E-F2E5-2079-3CF2-B86D82614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6856CBF2-C126-482C-92AE-B29EA3EE432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9293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E4C30-C459-DAE0-2066-234EC1B36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BB4470-A63E-B50A-D3B7-277269DC58E6}"/>
              </a:ext>
            </a:extLst>
          </p:cNvPr>
          <p:cNvSpPr txBox="1"/>
          <p:nvPr/>
        </p:nvSpPr>
        <p:spPr>
          <a:xfrm>
            <a:off x="762602" y="1895841"/>
            <a:ext cx="2695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strike="sngStrike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Mbti</a:t>
            </a:r>
            <a:r>
              <a:rPr lang="en-US" altLang="ko-KR" sz="3600" strike="sngStrike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3600" strike="sngStrike" dirty="0">
                <a:latin typeface="Noto Sans KR" panose="020B0200000000000000" pitchFamily="50" charset="-127"/>
                <a:ea typeface="Noto Sans KR" panose="020B0200000000000000" pitchFamily="50" charset="-127"/>
              </a:rPr>
              <a:t>테스트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D4A396-73B5-FFF9-8410-F2F218D3EF29}"/>
              </a:ext>
            </a:extLst>
          </p:cNvPr>
          <p:cNvSpPr txBox="1"/>
          <p:nvPr/>
        </p:nvSpPr>
        <p:spPr>
          <a:xfrm>
            <a:off x="3048604" y="2542172"/>
            <a:ext cx="44767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LAY-Z</a:t>
            </a:r>
            <a:r>
              <a:rPr lang="ko-KR" altLang="en-US" sz="4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력 테스트</a:t>
            </a:r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49568AEC-5E43-1072-7166-BBF2D9D06100}"/>
              </a:ext>
            </a:extLst>
          </p:cNvPr>
          <p:cNvCxnSpPr/>
          <p:nvPr/>
        </p:nvCxnSpPr>
        <p:spPr>
          <a:xfrm>
            <a:off x="2210402" y="2542172"/>
            <a:ext cx="742950" cy="381000"/>
          </a:xfrm>
          <a:prstGeom prst="bentConnector3">
            <a:avLst>
              <a:gd name="adj1" fmla="val 12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077F8C9E-A4B5-B0B2-1C64-1FDAE181A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354" y="1895841"/>
            <a:ext cx="4476750" cy="3200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518427B-B012-627F-1EE3-C1B6B262FCFF}"/>
              </a:ext>
            </a:extLst>
          </p:cNvPr>
          <p:cNvSpPr txBox="1"/>
          <p:nvPr/>
        </p:nvSpPr>
        <p:spPr>
          <a:xfrm>
            <a:off x="9105599" y="1431259"/>
            <a:ext cx="1751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썸네일 예시</a:t>
            </a:r>
          </a:p>
        </p:txBody>
      </p:sp>
    </p:spTree>
    <p:extLst>
      <p:ext uri="{BB962C8B-B14F-4D97-AF65-F5344CB8AC3E}">
        <p14:creationId xmlns:p14="http://schemas.microsoft.com/office/powerpoint/2010/main" val="1618981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4DCA513-9F6E-0142-0BB9-E5D5513CC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03" y="1558412"/>
            <a:ext cx="5445583" cy="306476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2AED0F7-63F2-33B2-A4F8-CF58E0ED8E10}"/>
              </a:ext>
            </a:extLst>
          </p:cNvPr>
          <p:cNvSpPr/>
          <p:nvPr/>
        </p:nvSpPr>
        <p:spPr>
          <a:xfrm>
            <a:off x="1324758" y="4759889"/>
            <a:ext cx="2567835" cy="13027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/>
              <a:t>해당 화면 필수 포함 내용</a:t>
            </a:r>
            <a:endParaRPr lang="en-US" altLang="ko-KR" sz="1600" b="1" dirty="0"/>
          </a:p>
          <a:p>
            <a:r>
              <a:rPr lang="ko-KR" altLang="en-US" sz="1200" dirty="0"/>
              <a:t> </a:t>
            </a:r>
            <a:endParaRPr lang="en-US" altLang="ko-KR" sz="12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‘n’</a:t>
            </a:r>
            <a:r>
              <a:rPr lang="ko-KR" altLang="en-US" sz="1400" dirty="0"/>
              <a:t>분 소요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‘lay-z’ </a:t>
            </a:r>
            <a:r>
              <a:rPr lang="ko-KR" altLang="en-US" sz="1400" dirty="0"/>
              <a:t>지수란</a:t>
            </a:r>
            <a:r>
              <a:rPr lang="en-US" altLang="ko-KR" sz="1400" dirty="0"/>
              <a:t>? </a:t>
            </a:r>
            <a:r>
              <a:rPr lang="ko-KR" altLang="en-US" sz="1400" dirty="0"/>
              <a:t>버튼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테스트 시작하기 버튼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98E94A2-6F21-CE93-ECE4-F58A3E52E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21704"/>
            <a:ext cx="5733006" cy="32265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EDC98C9-931D-6530-8E92-7B14676D90EE}"/>
              </a:ext>
            </a:extLst>
          </p:cNvPr>
          <p:cNvSpPr/>
          <p:nvPr/>
        </p:nvSpPr>
        <p:spPr>
          <a:xfrm>
            <a:off x="7219297" y="4832900"/>
            <a:ext cx="3486412" cy="13027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/>
              <a:t>해당 화면 필수 포함 내용</a:t>
            </a:r>
            <a:endParaRPr lang="en-US" altLang="ko-KR" sz="1600" b="1" dirty="0"/>
          </a:p>
          <a:p>
            <a:r>
              <a:rPr lang="ko-KR" altLang="en-US" sz="1400" dirty="0"/>
              <a:t> 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‘</a:t>
            </a:r>
            <a:r>
              <a:rPr lang="ko-KR" altLang="en-US" sz="1400" dirty="0" err="1"/>
              <a:t>뒤로가기</a:t>
            </a:r>
            <a:r>
              <a:rPr lang="en-US" altLang="ko-KR" sz="1400" dirty="0"/>
              <a:t>‘ </a:t>
            </a:r>
            <a:r>
              <a:rPr lang="ko-KR" altLang="en-US" sz="1400" dirty="0"/>
              <a:t>혹은 </a:t>
            </a:r>
            <a:r>
              <a:rPr lang="ko-KR" altLang="en-US" sz="1400" dirty="0" err="1"/>
              <a:t>창닫기</a:t>
            </a:r>
            <a:r>
              <a:rPr lang="ko-KR" altLang="en-US" sz="1400" dirty="0"/>
              <a:t> 버튼 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레이지 지수가 </a:t>
            </a:r>
            <a:r>
              <a:rPr lang="ko-KR" altLang="en-US" sz="1400" dirty="0" err="1"/>
              <a:t>뭔지</a:t>
            </a:r>
            <a:r>
              <a:rPr lang="ko-KR" altLang="en-US" sz="1400" dirty="0"/>
              <a:t> 간략 소개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7</a:t>
            </a:r>
            <a:r>
              <a:rPr lang="ko-KR" altLang="en-US" sz="1400" dirty="0"/>
              <a:t>일 단위로 쌓인다는 간략 소개</a:t>
            </a:r>
            <a:endParaRPr lang="en-US" altLang="ko-KR" sz="14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26A06AF-19D7-BA95-8166-0ADE0AA77C83}"/>
              </a:ext>
            </a:extLst>
          </p:cNvPr>
          <p:cNvCxnSpPr>
            <a:cxnSpLocks/>
          </p:cNvCxnSpPr>
          <p:nvPr/>
        </p:nvCxnSpPr>
        <p:spPr>
          <a:xfrm flipV="1">
            <a:off x="1847850" y="2254685"/>
            <a:ext cx="4089487" cy="13076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008F8F7-83EE-68CA-AF22-89B6CB5A6DA3}"/>
              </a:ext>
            </a:extLst>
          </p:cNvPr>
          <p:cNvSpPr txBox="1"/>
          <p:nvPr/>
        </p:nvSpPr>
        <p:spPr>
          <a:xfrm>
            <a:off x="2240452" y="1052372"/>
            <a:ext cx="1751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대문 화면 예시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0D72E6-1F3C-7FE9-68E1-186750E0EFF8}"/>
              </a:ext>
            </a:extLst>
          </p:cNvPr>
          <p:cNvSpPr txBox="1"/>
          <p:nvPr/>
        </p:nvSpPr>
        <p:spPr>
          <a:xfrm>
            <a:off x="6553200" y="867706"/>
            <a:ext cx="554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레이지 지수란</a:t>
            </a:r>
            <a:r>
              <a:rPr lang="en-US" altLang="ko-KR" dirty="0">
                <a:solidFill>
                  <a:srgbClr val="FF0000"/>
                </a:solidFill>
              </a:rPr>
              <a:t>? &lt; </a:t>
            </a:r>
            <a:r>
              <a:rPr lang="ko-KR" altLang="en-US" dirty="0">
                <a:solidFill>
                  <a:srgbClr val="FF0000"/>
                </a:solidFill>
              </a:rPr>
              <a:t>버튼 선택 시 노출 화면 예시 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6DDA917-DDB5-9AD0-657D-F20993C042E5}"/>
              </a:ext>
            </a:extLst>
          </p:cNvPr>
          <p:cNvSpPr/>
          <p:nvPr/>
        </p:nvSpPr>
        <p:spPr>
          <a:xfrm>
            <a:off x="6267450" y="1558412"/>
            <a:ext cx="381000" cy="4227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X</a:t>
            </a:r>
            <a:endParaRPr lang="ko-KR" altLang="en-US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FCCA528-3D37-9CAC-2C6B-09942E9DCD11}"/>
              </a:ext>
            </a:extLst>
          </p:cNvPr>
          <p:cNvSpPr/>
          <p:nvPr/>
        </p:nvSpPr>
        <p:spPr>
          <a:xfrm>
            <a:off x="9144000" y="1558412"/>
            <a:ext cx="2247900" cy="1708663"/>
          </a:xfrm>
          <a:prstGeom prst="rect">
            <a:avLst/>
          </a:prstGeom>
          <a:solidFill>
            <a:srgbClr val="FDF8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CBA6C1-657B-3686-3502-738953CC3216}"/>
              </a:ext>
            </a:extLst>
          </p:cNvPr>
          <p:cNvSpPr/>
          <p:nvPr/>
        </p:nvSpPr>
        <p:spPr>
          <a:xfrm>
            <a:off x="8457809" y="3351567"/>
            <a:ext cx="3229366" cy="1132915"/>
          </a:xfrm>
          <a:prstGeom prst="rect">
            <a:avLst/>
          </a:prstGeom>
          <a:solidFill>
            <a:srgbClr val="FDF8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69DF229-9F1E-D4AC-88FF-173F26FF7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0237" y="1901845"/>
            <a:ext cx="2764363" cy="18127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B5D7CA0-4F49-3A3E-F565-49E152AB358E}"/>
              </a:ext>
            </a:extLst>
          </p:cNvPr>
          <p:cNvSpPr/>
          <p:nvPr/>
        </p:nvSpPr>
        <p:spPr>
          <a:xfrm>
            <a:off x="10163175" y="2181225"/>
            <a:ext cx="285750" cy="7810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97B394-AD39-F8FA-DFD2-39605033BE4D}"/>
              </a:ext>
            </a:extLst>
          </p:cNvPr>
          <p:cNvSpPr/>
          <p:nvPr/>
        </p:nvSpPr>
        <p:spPr>
          <a:xfrm>
            <a:off x="10519813" y="2417974"/>
            <a:ext cx="285750" cy="5404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56B3FE7-B88D-B82D-C8A3-7B7838C7598B}"/>
              </a:ext>
            </a:extLst>
          </p:cNvPr>
          <p:cNvCxnSpPr>
            <a:cxnSpLocks/>
          </p:cNvCxnSpPr>
          <p:nvPr/>
        </p:nvCxnSpPr>
        <p:spPr>
          <a:xfrm>
            <a:off x="10344150" y="2096733"/>
            <a:ext cx="1047750" cy="3212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777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F1F571C-119E-0C06-B95A-C9B34EFEC074}"/>
              </a:ext>
            </a:extLst>
          </p:cNvPr>
          <p:cNvSpPr/>
          <p:nvPr/>
        </p:nvSpPr>
        <p:spPr>
          <a:xfrm>
            <a:off x="476251" y="333375"/>
            <a:ext cx="1905000" cy="800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게으름 테스트 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Lay-Z </a:t>
            </a:r>
            <a:r>
              <a:rPr lang="ko-KR" altLang="en-US" sz="2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력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3AA3B9-80D0-DDD1-1447-CD42931C27FB}"/>
              </a:ext>
            </a:extLst>
          </p:cNvPr>
          <p:cNvSpPr txBox="1"/>
          <p:nvPr/>
        </p:nvSpPr>
        <p:spPr>
          <a:xfrm>
            <a:off x="2600325" y="369120"/>
            <a:ext cx="678179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</a:t>
            </a:r>
            <a:r>
              <a:rPr lang="ko-KR" altLang="en-US"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오늘 왜 이리 쳐지지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? </a:t>
            </a:r>
            <a:r>
              <a:rPr lang="ko-KR" altLang="en-US" sz="14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ㅠㅠ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”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dirty="0"/>
              <a:t>목적 </a:t>
            </a:r>
            <a:r>
              <a:rPr lang="en-US" altLang="ko-KR" dirty="0"/>
              <a:t>: </a:t>
            </a:r>
            <a:r>
              <a:rPr lang="ko-KR" altLang="en-US" dirty="0"/>
              <a:t>오늘의 </a:t>
            </a:r>
            <a:r>
              <a:rPr lang="ko-KR" altLang="en-US" b="1" dirty="0" err="1"/>
              <a:t>레이지력</a:t>
            </a:r>
            <a:r>
              <a:rPr lang="en-US" altLang="ko-KR" dirty="0"/>
              <a:t>(</a:t>
            </a:r>
            <a:r>
              <a:rPr lang="ko-KR" altLang="en-US" dirty="0"/>
              <a:t>레이지 지수</a:t>
            </a:r>
            <a:r>
              <a:rPr lang="en-US" altLang="ko-KR" dirty="0"/>
              <a:t>)</a:t>
            </a:r>
            <a:r>
              <a:rPr lang="ko-KR" altLang="en-US" dirty="0"/>
              <a:t>테스트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목표 </a:t>
            </a:r>
            <a:r>
              <a:rPr lang="en-US" altLang="ko-KR" dirty="0"/>
              <a:t>: </a:t>
            </a:r>
            <a:r>
              <a:rPr lang="ko-KR" altLang="en-US" dirty="0"/>
              <a:t>재방문형 </a:t>
            </a:r>
            <a:r>
              <a:rPr lang="en-US" altLang="ko-KR" dirty="0"/>
              <a:t>DTC </a:t>
            </a:r>
            <a:r>
              <a:rPr lang="ko-KR" altLang="en-US" dirty="0"/>
              <a:t>장치로 </a:t>
            </a:r>
            <a:r>
              <a:rPr lang="en-US" altLang="ko-KR" dirty="0"/>
              <a:t>DB</a:t>
            </a:r>
            <a:r>
              <a:rPr lang="ko-KR" altLang="en-US" dirty="0"/>
              <a:t>확보 </a:t>
            </a:r>
            <a:r>
              <a:rPr lang="en-US" altLang="ko-KR" dirty="0"/>
              <a:t>/ </a:t>
            </a:r>
            <a:r>
              <a:rPr lang="ko-KR" altLang="en-US" dirty="0"/>
              <a:t>하루하루 컨디션 체크형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7FA08DD-DBAC-89B8-53FD-FECFE713B59A}"/>
              </a:ext>
            </a:extLst>
          </p:cNvPr>
          <p:cNvSpPr/>
          <p:nvPr/>
        </p:nvSpPr>
        <p:spPr>
          <a:xfrm>
            <a:off x="1152526" y="1719993"/>
            <a:ext cx="3486150" cy="46687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질문할 유형 목록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E063436-52ED-6216-B2A9-7EE535E05847}"/>
              </a:ext>
            </a:extLst>
          </p:cNvPr>
          <p:cNvSpPr/>
          <p:nvPr/>
        </p:nvSpPr>
        <p:spPr>
          <a:xfrm>
            <a:off x="1628775" y="2376881"/>
            <a:ext cx="2909887" cy="4668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기상 직후 행동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0EFE50F-76CE-E5D1-446B-FF4D71F2688D}"/>
              </a:ext>
            </a:extLst>
          </p:cNvPr>
          <p:cNvSpPr/>
          <p:nvPr/>
        </p:nvSpPr>
        <p:spPr>
          <a:xfrm>
            <a:off x="1562101" y="2912117"/>
            <a:ext cx="2909887" cy="4668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뻐근한 신체 부위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95DCAF8-5A43-E922-916E-DEC2D74B7701}"/>
              </a:ext>
            </a:extLst>
          </p:cNvPr>
          <p:cNvSpPr/>
          <p:nvPr/>
        </p:nvSpPr>
        <p:spPr>
          <a:xfrm>
            <a:off x="1562100" y="3459074"/>
            <a:ext cx="2909887" cy="4668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선호하는 회복 방식</a:t>
            </a:r>
            <a:r>
              <a:rPr lang="en-US" altLang="ko-KR" dirty="0"/>
              <a:t>/</a:t>
            </a:r>
            <a:r>
              <a:rPr lang="ko-KR" altLang="en-US" dirty="0"/>
              <a:t>유형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4706D5B-6729-0F39-9CB2-0C895351AF94}"/>
              </a:ext>
            </a:extLst>
          </p:cNvPr>
          <p:cNvSpPr/>
          <p:nvPr/>
        </p:nvSpPr>
        <p:spPr>
          <a:xfrm>
            <a:off x="1533522" y="4022071"/>
            <a:ext cx="2909887" cy="4668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수면량</a:t>
            </a:r>
            <a:r>
              <a:rPr lang="en-US" altLang="ko-KR" dirty="0"/>
              <a:t>/</a:t>
            </a:r>
            <a:r>
              <a:rPr lang="ko-KR" altLang="en-US" dirty="0"/>
              <a:t>수면회복감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CDCE9C1D-4507-3B26-C1CB-AD9864101CD1}"/>
              </a:ext>
            </a:extLst>
          </p:cNvPr>
          <p:cNvSpPr/>
          <p:nvPr/>
        </p:nvSpPr>
        <p:spPr>
          <a:xfrm>
            <a:off x="4800599" y="2349558"/>
            <a:ext cx="1171575" cy="2773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5E42159-5A2C-54B9-C612-D49ED8BF39CB}"/>
              </a:ext>
            </a:extLst>
          </p:cNvPr>
          <p:cNvSpPr/>
          <p:nvPr/>
        </p:nvSpPr>
        <p:spPr>
          <a:xfrm>
            <a:off x="6505575" y="1645223"/>
            <a:ext cx="3486150" cy="46687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자연스럽게 확보할 </a:t>
            </a:r>
            <a:r>
              <a:rPr lang="en-US" altLang="ko-KR" dirty="0"/>
              <a:t>DB </a:t>
            </a:r>
            <a:r>
              <a:rPr lang="ko-KR" altLang="en-US" dirty="0"/>
              <a:t>목록</a:t>
            </a:r>
            <a:endParaRPr lang="en-US" altLang="ko-KR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2B36673-29F0-2A89-5E05-6375BB0AEF19}"/>
              </a:ext>
            </a:extLst>
          </p:cNvPr>
          <p:cNvSpPr/>
          <p:nvPr/>
        </p:nvSpPr>
        <p:spPr>
          <a:xfrm>
            <a:off x="6278164" y="3930785"/>
            <a:ext cx="4562476" cy="3999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수면 부족형</a:t>
            </a:r>
            <a:r>
              <a:rPr lang="en-US" altLang="ko-KR" dirty="0"/>
              <a:t>/ </a:t>
            </a:r>
            <a:r>
              <a:rPr lang="ko-KR" altLang="en-US" dirty="0" err="1"/>
              <a:t>수면질</a:t>
            </a:r>
            <a:r>
              <a:rPr lang="ko-KR" altLang="en-US" dirty="0"/>
              <a:t> 저하형</a:t>
            </a:r>
            <a:r>
              <a:rPr lang="en-US" altLang="ko-KR" dirty="0"/>
              <a:t>/ </a:t>
            </a:r>
            <a:r>
              <a:rPr lang="ko-KR" altLang="en-US" dirty="0"/>
              <a:t>수면 만족형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DC072E0-BA06-0771-EDF2-FF278FBC227B}"/>
              </a:ext>
            </a:extLst>
          </p:cNvPr>
          <p:cNvSpPr/>
          <p:nvPr/>
        </p:nvSpPr>
        <p:spPr>
          <a:xfrm>
            <a:off x="6317456" y="2319048"/>
            <a:ext cx="3674269" cy="3999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침대 체류형</a:t>
            </a:r>
            <a:r>
              <a:rPr lang="en-US" altLang="ko-KR" dirty="0"/>
              <a:t>/ </a:t>
            </a:r>
            <a:r>
              <a:rPr lang="ko-KR" altLang="en-US" dirty="0"/>
              <a:t>즉시 이탈형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9E33752-17C2-1ABD-175E-DBA03B4E6DD4}"/>
              </a:ext>
            </a:extLst>
          </p:cNvPr>
          <p:cNvSpPr/>
          <p:nvPr/>
        </p:nvSpPr>
        <p:spPr>
          <a:xfrm>
            <a:off x="6230540" y="2863082"/>
            <a:ext cx="4657724" cy="3999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허리</a:t>
            </a:r>
            <a:r>
              <a:rPr lang="en-US" altLang="ko-KR" dirty="0"/>
              <a:t>/</a:t>
            </a:r>
            <a:r>
              <a:rPr lang="ko-KR" altLang="en-US" dirty="0"/>
              <a:t>어깨</a:t>
            </a:r>
            <a:r>
              <a:rPr lang="en-US" altLang="ko-KR" dirty="0"/>
              <a:t>/</a:t>
            </a:r>
            <a:r>
              <a:rPr lang="ko-KR" altLang="en-US" dirty="0"/>
              <a:t>목 민감형</a:t>
            </a:r>
            <a:r>
              <a:rPr lang="en-US" altLang="ko-KR" dirty="0"/>
              <a:t>/</a:t>
            </a:r>
            <a:r>
              <a:rPr lang="ko-KR" altLang="en-US" dirty="0"/>
              <a:t>혹은 이상 없음 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39CE888-B0B2-4851-884F-6C1FCFE9C84F}"/>
              </a:ext>
            </a:extLst>
          </p:cNvPr>
          <p:cNvSpPr/>
          <p:nvPr/>
        </p:nvSpPr>
        <p:spPr>
          <a:xfrm>
            <a:off x="6255542" y="3407117"/>
            <a:ext cx="4160044" cy="3999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수면 예민형</a:t>
            </a:r>
            <a:r>
              <a:rPr lang="en-US" altLang="ko-KR" dirty="0"/>
              <a:t>/ </a:t>
            </a:r>
            <a:r>
              <a:rPr lang="ko-KR" altLang="en-US" dirty="0"/>
              <a:t>무감각 </a:t>
            </a:r>
            <a:r>
              <a:rPr lang="ko-KR" altLang="en-US" dirty="0" err="1"/>
              <a:t>버팀형</a:t>
            </a:r>
            <a:r>
              <a:rPr lang="ko-KR" altLang="en-US" dirty="0"/>
              <a:t> 등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32E36CAC-0830-6801-0E4D-7F08EE99F55F}"/>
              </a:ext>
            </a:extLst>
          </p:cNvPr>
          <p:cNvSpPr/>
          <p:nvPr/>
        </p:nvSpPr>
        <p:spPr>
          <a:xfrm>
            <a:off x="4800600" y="2914066"/>
            <a:ext cx="1171575" cy="2773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CCA47C3A-75C7-A31C-044B-AD6E0821B3C0}"/>
              </a:ext>
            </a:extLst>
          </p:cNvPr>
          <p:cNvSpPr/>
          <p:nvPr/>
        </p:nvSpPr>
        <p:spPr>
          <a:xfrm>
            <a:off x="4777977" y="3407117"/>
            <a:ext cx="1171575" cy="2773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4AEF7454-15F0-C12F-AD3F-4C8093A46409}"/>
              </a:ext>
            </a:extLst>
          </p:cNvPr>
          <p:cNvSpPr/>
          <p:nvPr/>
        </p:nvSpPr>
        <p:spPr>
          <a:xfrm>
            <a:off x="4805362" y="3971625"/>
            <a:ext cx="1171575" cy="2773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5AA96AC-2514-01E8-C5B0-6C4C01F86E90}"/>
              </a:ext>
            </a:extLst>
          </p:cNvPr>
          <p:cNvSpPr/>
          <p:nvPr/>
        </p:nvSpPr>
        <p:spPr>
          <a:xfrm>
            <a:off x="1562099" y="4649863"/>
            <a:ext cx="2909887" cy="4668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오전 멘탈 상태 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1BF5DA2-AD03-83D3-92D4-213C629DA533}"/>
              </a:ext>
            </a:extLst>
          </p:cNvPr>
          <p:cNvSpPr/>
          <p:nvPr/>
        </p:nvSpPr>
        <p:spPr>
          <a:xfrm>
            <a:off x="1533521" y="5172880"/>
            <a:ext cx="3105155" cy="4668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요즘 </a:t>
            </a:r>
            <a:r>
              <a:rPr lang="ko-KR" altLang="en-US" dirty="0" err="1"/>
              <a:t>집가면</a:t>
            </a:r>
            <a:r>
              <a:rPr lang="ko-KR" altLang="en-US" dirty="0"/>
              <a:t> 바로 하는 행동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B4828CA-8458-0A78-DDBA-5E6A3F958BE6}"/>
              </a:ext>
            </a:extLst>
          </p:cNvPr>
          <p:cNvSpPr/>
          <p:nvPr/>
        </p:nvSpPr>
        <p:spPr>
          <a:xfrm>
            <a:off x="1531140" y="5693248"/>
            <a:ext cx="3105155" cy="4668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피곤할 때 나오는 말버릇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FB83B9E-99FC-EDEA-118B-53450C88FD43}"/>
              </a:ext>
            </a:extLst>
          </p:cNvPr>
          <p:cNvSpPr/>
          <p:nvPr/>
        </p:nvSpPr>
        <p:spPr>
          <a:xfrm>
            <a:off x="1531139" y="6217796"/>
            <a:ext cx="3374236" cy="4668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오늘 나를 피곤하게 하는 것은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2" name="왼쪽 중괄호 31">
            <a:extLst>
              <a:ext uri="{FF2B5EF4-FFF2-40B4-BE49-F238E27FC236}">
                <a16:creationId xmlns:a16="http://schemas.microsoft.com/office/drawing/2014/main" id="{BDD83CAC-DAE5-FBEE-21A3-215B858D12CC}"/>
              </a:ext>
            </a:extLst>
          </p:cNvPr>
          <p:cNvSpPr/>
          <p:nvPr/>
        </p:nvSpPr>
        <p:spPr>
          <a:xfrm rot="10800000">
            <a:off x="5176838" y="4772819"/>
            <a:ext cx="285750" cy="1722362"/>
          </a:xfrm>
          <a:prstGeom prst="leftBrace">
            <a:avLst>
              <a:gd name="adj1" fmla="val 101666"/>
              <a:gd name="adj2" fmla="val 3617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BD2B8ED-4898-6D06-6037-8B3EBA153D1F}"/>
              </a:ext>
            </a:extLst>
          </p:cNvPr>
          <p:cNvSpPr/>
          <p:nvPr/>
        </p:nvSpPr>
        <p:spPr>
          <a:xfrm>
            <a:off x="5782863" y="4845560"/>
            <a:ext cx="3084911" cy="14907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얘네 </a:t>
            </a:r>
            <a:r>
              <a:rPr lang="ko-KR" altLang="en-US" dirty="0" err="1"/>
              <a:t>네개는</a:t>
            </a:r>
            <a:r>
              <a:rPr lang="ko-KR" altLang="en-US" dirty="0"/>
              <a:t> 그냥</a:t>
            </a:r>
            <a:endParaRPr lang="en-US" altLang="ko-KR" dirty="0"/>
          </a:p>
          <a:p>
            <a:pPr algn="ctr"/>
            <a:r>
              <a:rPr lang="en-US" altLang="ko-KR" dirty="0"/>
              <a:t>DB</a:t>
            </a:r>
            <a:r>
              <a:rPr lang="ko-KR" altLang="en-US" dirty="0"/>
              <a:t>목적 아니고 흥미 유발형 끼워팔기 질문</a:t>
            </a:r>
            <a:endParaRPr lang="en-US" altLang="ko-KR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위 </a:t>
            </a:r>
            <a:r>
              <a:rPr lang="ko-KR" altLang="en-US" sz="1400" dirty="0" err="1"/>
              <a:t>네개랑</a:t>
            </a:r>
            <a:r>
              <a:rPr lang="ko-KR" altLang="en-US" sz="1400" dirty="0"/>
              <a:t> 적절히 섞어서 내기</a:t>
            </a:r>
            <a:r>
              <a:rPr lang="en-US" altLang="ko-KR" sz="1400" dirty="0"/>
              <a:t>)</a:t>
            </a:r>
            <a:endParaRPr lang="ko-KR" altLang="en-US" dirty="0"/>
          </a:p>
        </p:txBody>
      </p:sp>
      <p:sp>
        <p:nvSpPr>
          <p:cNvPr id="34" name="왼쪽 중괄호 33">
            <a:extLst>
              <a:ext uri="{FF2B5EF4-FFF2-40B4-BE49-F238E27FC236}">
                <a16:creationId xmlns:a16="http://schemas.microsoft.com/office/drawing/2014/main" id="{4B67D225-5057-B3AC-9ABA-42C5B8D5E42E}"/>
              </a:ext>
            </a:extLst>
          </p:cNvPr>
          <p:cNvSpPr/>
          <p:nvPr/>
        </p:nvSpPr>
        <p:spPr>
          <a:xfrm rot="10800000">
            <a:off x="10947796" y="2415009"/>
            <a:ext cx="285750" cy="1722362"/>
          </a:xfrm>
          <a:prstGeom prst="leftBrace">
            <a:avLst>
              <a:gd name="adj1" fmla="val 101666"/>
              <a:gd name="adj2" fmla="val 5663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F15EBC9-4367-30F2-2157-94BE1728DD5F}"/>
              </a:ext>
            </a:extLst>
          </p:cNvPr>
          <p:cNvSpPr/>
          <p:nvPr/>
        </p:nvSpPr>
        <p:spPr>
          <a:xfrm>
            <a:off x="10159601" y="1782049"/>
            <a:ext cx="2032399" cy="6600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이 네 개가 </a:t>
            </a:r>
            <a:r>
              <a:rPr lang="en-US" altLang="ko-KR" sz="1600" dirty="0"/>
              <a:t>DB</a:t>
            </a:r>
            <a:r>
              <a:rPr lang="ko-KR" altLang="en-US" sz="1600" dirty="0"/>
              <a:t>확보</a:t>
            </a:r>
            <a:endParaRPr lang="en-US" altLang="ko-KR" sz="1600" dirty="0"/>
          </a:p>
          <a:p>
            <a:pPr algn="ctr"/>
            <a:r>
              <a:rPr lang="en-US" altLang="ko-KR" sz="1600" dirty="0"/>
              <a:t>&lt;CRM </a:t>
            </a:r>
            <a:r>
              <a:rPr lang="ko-KR" altLang="en-US" sz="1600" dirty="0"/>
              <a:t>활용형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E5913A8-C4C5-78EC-4AE8-9B85D42047E1}"/>
              </a:ext>
            </a:extLst>
          </p:cNvPr>
          <p:cNvSpPr/>
          <p:nvPr/>
        </p:nvSpPr>
        <p:spPr>
          <a:xfrm>
            <a:off x="1152526" y="2404520"/>
            <a:ext cx="308373" cy="2714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B2D2B43-5568-D007-232B-8EF77D7CE8A0}"/>
              </a:ext>
            </a:extLst>
          </p:cNvPr>
          <p:cNvSpPr/>
          <p:nvPr/>
        </p:nvSpPr>
        <p:spPr>
          <a:xfrm>
            <a:off x="1089422" y="3004743"/>
            <a:ext cx="308373" cy="2714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8ECB3D3-BE68-B4DB-8DC0-14AFDA3C7E21}"/>
              </a:ext>
            </a:extLst>
          </p:cNvPr>
          <p:cNvSpPr/>
          <p:nvPr/>
        </p:nvSpPr>
        <p:spPr>
          <a:xfrm>
            <a:off x="1052511" y="3514550"/>
            <a:ext cx="308373" cy="2714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12C75F87-FD6C-3818-84FE-CC8334A0AE04}"/>
              </a:ext>
            </a:extLst>
          </p:cNvPr>
          <p:cNvSpPr/>
          <p:nvPr/>
        </p:nvSpPr>
        <p:spPr>
          <a:xfrm>
            <a:off x="1017382" y="3991159"/>
            <a:ext cx="308373" cy="2714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1981C24-9CF6-5626-DE02-22D3F98902FC}"/>
              </a:ext>
            </a:extLst>
          </p:cNvPr>
          <p:cNvSpPr/>
          <p:nvPr/>
        </p:nvSpPr>
        <p:spPr>
          <a:xfrm>
            <a:off x="963809" y="4649863"/>
            <a:ext cx="308373" cy="2714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27FD777-683C-5F1E-2536-0B9C5463A05D}"/>
              </a:ext>
            </a:extLst>
          </p:cNvPr>
          <p:cNvSpPr/>
          <p:nvPr/>
        </p:nvSpPr>
        <p:spPr>
          <a:xfrm>
            <a:off x="1011434" y="5277655"/>
            <a:ext cx="308373" cy="2714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F5BAAA6-D86F-B0EF-D6ED-7632BC82F9A6}"/>
              </a:ext>
            </a:extLst>
          </p:cNvPr>
          <p:cNvSpPr/>
          <p:nvPr/>
        </p:nvSpPr>
        <p:spPr>
          <a:xfrm>
            <a:off x="984643" y="5800635"/>
            <a:ext cx="308373" cy="2714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28F17BFA-2A8A-4844-4C55-3F8CDE56C280}"/>
              </a:ext>
            </a:extLst>
          </p:cNvPr>
          <p:cNvSpPr/>
          <p:nvPr/>
        </p:nvSpPr>
        <p:spPr>
          <a:xfrm>
            <a:off x="963810" y="6235977"/>
            <a:ext cx="308373" cy="2714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8092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6D406F9-BFEE-6EBD-4893-633691BB5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845" y="629096"/>
            <a:ext cx="4579535" cy="2095091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ABF5E3FB-428A-08A0-80DE-2EC10E2C505F}"/>
              </a:ext>
            </a:extLst>
          </p:cNvPr>
          <p:cNvGrpSpPr/>
          <p:nvPr/>
        </p:nvGrpSpPr>
        <p:grpSpPr>
          <a:xfrm>
            <a:off x="1078336" y="3450062"/>
            <a:ext cx="4312815" cy="2167135"/>
            <a:chOff x="556939" y="3038399"/>
            <a:chExt cx="6878010" cy="315321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0A51486-4240-7634-39D4-AE5D8AF9AB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6939" y="3038399"/>
              <a:ext cx="3915321" cy="1086002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EC5BBEB-EB8C-8856-9311-5CE0D68EF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6939" y="4124401"/>
              <a:ext cx="6878010" cy="2067213"/>
            </a:xfrm>
            <a:prstGeom prst="rect">
              <a:avLst/>
            </a:prstGeom>
          </p:spPr>
        </p:pic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F8D9E5F1-EFBE-4E5C-82C2-1207A4C0A7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55" y="701459"/>
            <a:ext cx="4086475" cy="195036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904A71E-3242-EE23-BCF5-BC9707CF95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3079" y="3606435"/>
            <a:ext cx="4349290" cy="210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05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7B3A71F4-F6FD-9C54-72D4-EDB109817A1F}"/>
              </a:ext>
            </a:extLst>
          </p:cNvPr>
          <p:cNvGrpSpPr/>
          <p:nvPr/>
        </p:nvGrpSpPr>
        <p:grpSpPr>
          <a:xfrm>
            <a:off x="6657488" y="619125"/>
            <a:ext cx="4033884" cy="2333625"/>
            <a:chOff x="337861" y="533321"/>
            <a:chExt cx="6373114" cy="335779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11E0540A-D520-004D-7AA6-D8E04CCE0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861" y="533321"/>
              <a:ext cx="3953427" cy="1124107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CC2F83A-2F03-9AC2-97A1-CFE03B58E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861" y="1747688"/>
              <a:ext cx="6373114" cy="2143424"/>
            </a:xfrm>
            <a:prstGeom prst="rect">
              <a:avLst/>
            </a:prstGeom>
          </p:spPr>
        </p:pic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9CC518A1-BC77-A84F-7EDB-12626ACAB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662" y="3293826"/>
            <a:ext cx="4736009" cy="219978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FB46520-6DC0-68C1-565D-82FE0426F5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0628" y="704850"/>
            <a:ext cx="4716261" cy="215265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1BC36E4-767C-69BC-D185-1AD47CB48B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0639" y="3429000"/>
            <a:ext cx="4490215" cy="206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50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72FE28D-A484-5830-BD3A-B9D4CA12EED3}"/>
              </a:ext>
            </a:extLst>
          </p:cNvPr>
          <p:cNvSpPr/>
          <p:nvPr/>
        </p:nvSpPr>
        <p:spPr>
          <a:xfrm>
            <a:off x="276225" y="171450"/>
            <a:ext cx="2533649" cy="933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게으름 테스트 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Lay-Z </a:t>
            </a:r>
            <a:r>
              <a:rPr lang="ko-KR" altLang="en-US" sz="2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력 결과</a:t>
            </a:r>
            <a:r>
              <a:rPr lang="en-US" altLang="ko-KR" sz="2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2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F5B82D-0693-B950-BF3D-B3EBBBE2C1AE}"/>
              </a:ext>
            </a:extLst>
          </p:cNvPr>
          <p:cNvSpPr/>
          <p:nvPr/>
        </p:nvSpPr>
        <p:spPr>
          <a:xfrm>
            <a:off x="3038475" y="742950"/>
            <a:ext cx="5048250" cy="3352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610947-2BB8-DF63-2FA8-DC29C83AC064}"/>
              </a:ext>
            </a:extLst>
          </p:cNvPr>
          <p:cNvSpPr/>
          <p:nvPr/>
        </p:nvSpPr>
        <p:spPr>
          <a:xfrm>
            <a:off x="4576762" y="1047750"/>
            <a:ext cx="1895475" cy="100012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점수</a:t>
            </a:r>
            <a:r>
              <a:rPr lang="en-US" altLang="ko-KR" dirty="0"/>
              <a:t>(n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8313C65-D1E9-BFF7-8D6E-D1A648869140}"/>
              </a:ext>
            </a:extLst>
          </p:cNvPr>
          <p:cNvSpPr/>
          <p:nvPr/>
        </p:nvSpPr>
        <p:spPr>
          <a:xfrm>
            <a:off x="3543300" y="2257425"/>
            <a:ext cx="4000500" cy="762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내 상태 설명 줄글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A6DD8D1-76F3-15A4-5422-B5A6FDE69BAC}"/>
              </a:ext>
            </a:extLst>
          </p:cNvPr>
          <p:cNvSpPr/>
          <p:nvPr/>
        </p:nvSpPr>
        <p:spPr>
          <a:xfrm>
            <a:off x="3524249" y="3181350"/>
            <a:ext cx="1390651" cy="2667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#</a:t>
            </a:r>
            <a:r>
              <a:rPr lang="ko-KR" altLang="en-US" sz="1200" dirty="0"/>
              <a:t>내 상태 키워드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CFFAD5-30D3-8ECF-FF25-7FCC1F546889}"/>
              </a:ext>
            </a:extLst>
          </p:cNvPr>
          <p:cNvSpPr/>
          <p:nvPr/>
        </p:nvSpPr>
        <p:spPr>
          <a:xfrm>
            <a:off x="5081586" y="3181350"/>
            <a:ext cx="1390651" cy="2667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#</a:t>
            </a:r>
            <a:r>
              <a:rPr lang="ko-KR" altLang="en-US" sz="1200" dirty="0"/>
              <a:t>내 상태 키워드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747289B-3AEC-BF5E-91BB-CFEA746F884F}"/>
              </a:ext>
            </a:extLst>
          </p:cNvPr>
          <p:cNvSpPr/>
          <p:nvPr/>
        </p:nvSpPr>
        <p:spPr>
          <a:xfrm>
            <a:off x="4000499" y="3590926"/>
            <a:ext cx="1390651" cy="2667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#</a:t>
            </a:r>
            <a:r>
              <a:rPr lang="ko-KR" altLang="en-US" sz="1200" dirty="0"/>
              <a:t>내 상태 키워드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9680BD5-56DE-3AA8-54C6-EC2531A53480}"/>
              </a:ext>
            </a:extLst>
          </p:cNvPr>
          <p:cNvSpPr/>
          <p:nvPr/>
        </p:nvSpPr>
        <p:spPr>
          <a:xfrm>
            <a:off x="5657848" y="3590926"/>
            <a:ext cx="1390651" cy="2667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#</a:t>
            </a:r>
            <a:r>
              <a:rPr lang="ko-KR" altLang="en-US" sz="1200" dirty="0"/>
              <a:t>내 상태 키워드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5F27A11-025E-AFD9-8F93-F5266C928404}"/>
              </a:ext>
            </a:extLst>
          </p:cNvPr>
          <p:cNvSpPr/>
          <p:nvPr/>
        </p:nvSpPr>
        <p:spPr>
          <a:xfrm>
            <a:off x="6584155" y="3162301"/>
            <a:ext cx="1390651" cy="2667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#</a:t>
            </a:r>
            <a:r>
              <a:rPr lang="ko-KR" altLang="en-US" sz="1200" dirty="0"/>
              <a:t>내 상태 키워드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57CB65F-64E9-42FF-DEC7-EF6C15DB2D37}"/>
              </a:ext>
            </a:extLst>
          </p:cNvPr>
          <p:cNvSpPr/>
          <p:nvPr/>
        </p:nvSpPr>
        <p:spPr>
          <a:xfrm>
            <a:off x="3608783" y="4267198"/>
            <a:ext cx="3907633" cy="3619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추천 행동 </a:t>
            </a:r>
            <a:r>
              <a:rPr lang="en-US" altLang="ko-KR" dirty="0"/>
              <a:t>(</a:t>
            </a:r>
            <a:r>
              <a:rPr lang="ko-KR" altLang="en-US" dirty="0"/>
              <a:t>구체적으로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6E43B0-1EDB-C566-0B22-019A7755AC5F}"/>
              </a:ext>
            </a:extLst>
          </p:cNvPr>
          <p:cNvSpPr/>
          <p:nvPr/>
        </p:nvSpPr>
        <p:spPr>
          <a:xfrm>
            <a:off x="3608783" y="4734276"/>
            <a:ext cx="3935017" cy="35207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예를 들면 </a:t>
            </a:r>
            <a:r>
              <a:rPr lang="en-US" altLang="ko-KR" dirty="0"/>
              <a:t>10</a:t>
            </a:r>
            <a:r>
              <a:rPr lang="ko-KR" altLang="en-US" dirty="0"/>
              <a:t>분 이상 걷다 오기 </a:t>
            </a:r>
            <a:endParaRPr lang="en-US" altLang="ko-KR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6C62206-C117-EA50-384D-517920CF17AA}"/>
              </a:ext>
            </a:extLst>
          </p:cNvPr>
          <p:cNvSpPr/>
          <p:nvPr/>
        </p:nvSpPr>
        <p:spPr>
          <a:xfrm>
            <a:off x="3071812" y="5165003"/>
            <a:ext cx="5048249" cy="58102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★</a:t>
            </a:r>
            <a:r>
              <a:rPr lang="ko-KR" altLang="en-US" dirty="0" err="1"/>
              <a:t>레이레이가</a:t>
            </a:r>
            <a:r>
              <a:rPr lang="ko-KR" altLang="en-US" dirty="0"/>
              <a:t> 추천하는 일찍 자는 수면 가이드</a:t>
            </a:r>
            <a:endParaRPr lang="en-US" altLang="ko-KR" dirty="0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73338F29-C051-3992-49B0-1C59DD4B6009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8120061" y="4936403"/>
            <a:ext cx="892970" cy="519113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75ABB53-1CE0-86DF-3F7A-AFE336B3490E}"/>
              </a:ext>
            </a:extLst>
          </p:cNvPr>
          <p:cNvSpPr/>
          <p:nvPr/>
        </p:nvSpPr>
        <p:spPr>
          <a:xfrm>
            <a:off x="9046368" y="3590926"/>
            <a:ext cx="1833561" cy="258127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/>
          </a:p>
          <a:p>
            <a:pPr algn="ctr"/>
            <a:r>
              <a:rPr lang="en-US" altLang="ko-KR" sz="1200" dirty="0"/>
              <a:t>Ex. </a:t>
            </a:r>
            <a:r>
              <a:rPr lang="ko-KR" altLang="en-US" sz="1200" dirty="0"/>
              <a:t>준비물 </a:t>
            </a:r>
            <a:r>
              <a:rPr lang="en-US" altLang="ko-KR" sz="1200" dirty="0"/>
              <a:t>: </a:t>
            </a:r>
            <a:r>
              <a:rPr lang="ko-KR" altLang="en-US" sz="1200" dirty="0"/>
              <a:t>수면 안대</a:t>
            </a:r>
            <a:endParaRPr lang="en-US" altLang="ko-KR" sz="1200" dirty="0"/>
          </a:p>
          <a:p>
            <a:pPr algn="ctr"/>
            <a:r>
              <a:rPr lang="en-US" altLang="ko-KR" sz="1200" dirty="0"/>
              <a:t>“</a:t>
            </a:r>
            <a:r>
              <a:rPr lang="ko-KR" altLang="en-US" sz="1200" dirty="0"/>
              <a:t>잠이 오지 않아도 수면 안대를 착용하고 </a:t>
            </a:r>
            <a:r>
              <a:rPr lang="en-US" altLang="ko-KR" sz="1200" dirty="0"/>
              <a:t>30</a:t>
            </a:r>
            <a:r>
              <a:rPr lang="ko-KR" altLang="en-US" sz="1200" dirty="0"/>
              <a:t>분만 누워있어 보세요</a:t>
            </a:r>
            <a:endParaRPr lang="en-US" altLang="ko-KR" sz="1200" dirty="0"/>
          </a:p>
          <a:p>
            <a:pPr algn="ctr"/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제품 추천은 </a:t>
            </a:r>
            <a:r>
              <a:rPr lang="ko-KR" altLang="en-US" sz="1200" dirty="0" err="1"/>
              <a:t>안나오는걸루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7B05A9E-BA94-3196-1D40-D5C61507839E}"/>
              </a:ext>
            </a:extLst>
          </p:cNvPr>
          <p:cNvSpPr/>
          <p:nvPr/>
        </p:nvSpPr>
        <p:spPr>
          <a:xfrm>
            <a:off x="8246268" y="256051"/>
            <a:ext cx="3513893" cy="782732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‘</a:t>
            </a:r>
            <a:r>
              <a:rPr lang="ko-KR" altLang="en-US" sz="1400" dirty="0"/>
              <a:t>레</a:t>
            </a:r>
            <a:r>
              <a:rPr lang="en-US" altLang="ko-KR" sz="1400" dirty="0"/>
              <a:t>’</a:t>
            </a:r>
            <a:r>
              <a:rPr lang="ko-KR" altLang="en-US" sz="1050" dirty="0" err="1"/>
              <a:t>전드</a:t>
            </a:r>
            <a:r>
              <a:rPr lang="ko-KR" altLang="en-US" sz="1100" dirty="0"/>
              <a:t> 세요</a:t>
            </a:r>
            <a:r>
              <a:rPr lang="en-US" altLang="ko-KR" sz="1100" dirty="0"/>
              <a:t>(Lay-Z</a:t>
            </a:r>
            <a:r>
              <a:rPr lang="ko-KR" altLang="en-US" sz="1100" dirty="0"/>
              <a:t>지수 </a:t>
            </a:r>
            <a:r>
              <a:rPr lang="en-US" altLang="ko-KR" sz="1100" dirty="0"/>
              <a:t>: 99)</a:t>
            </a:r>
          </a:p>
          <a:p>
            <a:pPr algn="ctr"/>
            <a:br>
              <a:rPr lang="en-US" altLang="ko-KR" sz="1100" dirty="0"/>
            </a:br>
            <a:r>
              <a:rPr lang="en-US" altLang="ko-KR" sz="1050" dirty="0"/>
              <a:t>: </a:t>
            </a:r>
            <a:r>
              <a:rPr lang="ko-KR" altLang="en-US" sz="1050" dirty="0"/>
              <a:t>게으름 아니고 방전에 </a:t>
            </a:r>
            <a:r>
              <a:rPr lang="ko-KR" altLang="en-US" sz="1050" dirty="0" err="1"/>
              <a:t>가까우세요</a:t>
            </a:r>
            <a:r>
              <a:rPr lang="en-US" altLang="ko-KR" sz="1050" dirty="0"/>
              <a:t>. </a:t>
            </a:r>
          </a:p>
          <a:p>
            <a:pPr algn="ctr"/>
            <a:r>
              <a:rPr lang="ko-KR" altLang="en-US" sz="1050" dirty="0"/>
              <a:t>오늘은 의지보다 회복이 필요한 상태입니다</a:t>
            </a:r>
            <a:r>
              <a:rPr lang="en-US" altLang="ko-KR" sz="1050" dirty="0"/>
              <a:t>. </a:t>
            </a:r>
            <a:endParaRPr lang="ko-KR" altLang="en-US" sz="105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5F1C9FD-31BA-EC8C-F38C-70D3D3432130}"/>
              </a:ext>
            </a:extLst>
          </p:cNvPr>
          <p:cNvSpPr/>
          <p:nvPr/>
        </p:nvSpPr>
        <p:spPr>
          <a:xfrm>
            <a:off x="8246268" y="1946462"/>
            <a:ext cx="3295651" cy="782451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‘</a:t>
            </a:r>
            <a:r>
              <a:rPr lang="ko-KR" altLang="en-US" sz="1400" dirty="0"/>
              <a:t>레</a:t>
            </a:r>
            <a:r>
              <a:rPr lang="en-US" altLang="ko-KR" sz="1400" dirty="0"/>
              <a:t>’</a:t>
            </a:r>
            <a:r>
              <a:rPr lang="ko-KR" altLang="en-US" sz="1100" dirty="0"/>
              <a:t>디 완료형</a:t>
            </a:r>
            <a:r>
              <a:rPr lang="en-US" altLang="ko-KR" sz="1100" dirty="0"/>
              <a:t>(Lay-Z</a:t>
            </a:r>
            <a:r>
              <a:rPr lang="ko-KR" altLang="en-US" sz="1100" dirty="0"/>
              <a:t>지수 </a:t>
            </a:r>
            <a:r>
              <a:rPr lang="en-US" altLang="ko-KR" sz="1100" dirty="0"/>
              <a:t>: 0~20)</a:t>
            </a:r>
          </a:p>
          <a:p>
            <a:pPr algn="ctr"/>
            <a:br>
              <a:rPr lang="en-US" altLang="ko-KR" sz="1100" dirty="0"/>
            </a:br>
            <a:r>
              <a:rPr lang="en-US" altLang="ko-KR" sz="1050" dirty="0"/>
              <a:t>: </a:t>
            </a:r>
            <a:r>
              <a:rPr lang="ko-KR" altLang="en-US" sz="1050" dirty="0"/>
              <a:t>드릉드릉</a:t>
            </a:r>
            <a:r>
              <a:rPr lang="en-US" altLang="ko-KR" sz="1050" dirty="0"/>
              <a:t>.. </a:t>
            </a:r>
            <a:r>
              <a:rPr lang="ko-KR" altLang="en-US" sz="1050" dirty="0"/>
              <a:t>아직 </a:t>
            </a:r>
            <a:r>
              <a:rPr lang="ko-KR" altLang="en-US" sz="1050" dirty="0" err="1"/>
              <a:t>할만</a:t>
            </a:r>
            <a:r>
              <a:rPr lang="ko-KR" altLang="en-US" sz="1050" dirty="0"/>
              <a:t> 한 상태세요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91E7E8-5305-D054-8979-4A533D0CEE2E}"/>
              </a:ext>
            </a:extLst>
          </p:cNvPr>
          <p:cNvSpPr/>
          <p:nvPr/>
        </p:nvSpPr>
        <p:spPr>
          <a:xfrm>
            <a:off x="8246268" y="1101397"/>
            <a:ext cx="3513893" cy="782451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‘</a:t>
            </a:r>
            <a:r>
              <a:rPr lang="ko-KR" altLang="en-US" sz="1400" dirty="0"/>
              <a:t>레</a:t>
            </a:r>
            <a:r>
              <a:rPr lang="en-US" altLang="ko-KR" sz="1400" dirty="0"/>
              <a:t>’</a:t>
            </a:r>
            <a:r>
              <a:rPr lang="ko-KR" altLang="en-US" sz="1100" dirty="0"/>
              <a:t>알 애매하세요</a:t>
            </a:r>
            <a:r>
              <a:rPr lang="en-US" altLang="ko-KR" sz="1100" dirty="0"/>
              <a:t>..(Lay-Z</a:t>
            </a:r>
            <a:r>
              <a:rPr lang="ko-KR" altLang="en-US" sz="1100" dirty="0"/>
              <a:t>지수 </a:t>
            </a:r>
            <a:r>
              <a:rPr lang="en-US" altLang="ko-KR" sz="1100" dirty="0"/>
              <a:t>: 20~40)</a:t>
            </a:r>
          </a:p>
          <a:p>
            <a:pPr algn="ctr"/>
            <a:br>
              <a:rPr lang="en-US" altLang="ko-KR" sz="1100" dirty="0"/>
            </a:br>
            <a:r>
              <a:rPr lang="en-US" altLang="ko-KR" sz="1050" dirty="0"/>
              <a:t>: </a:t>
            </a:r>
            <a:r>
              <a:rPr lang="ko-KR" altLang="en-US" sz="1050" dirty="0"/>
              <a:t>눕기 직전은 </a:t>
            </a:r>
            <a:r>
              <a:rPr lang="ko-KR" altLang="en-US" sz="1050" dirty="0" err="1"/>
              <a:t>아니신데</a:t>
            </a:r>
            <a:r>
              <a:rPr lang="en-US" altLang="ko-KR" sz="1050" dirty="0"/>
              <a:t>..</a:t>
            </a:r>
            <a:r>
              <a:rPr lang="ko-KR" altLang="en-US" sz="1050" dirty="0"/>
              <a:t>예 일단</a:t>
            </a:r>
            <a:r>
              <a:rPr lang="en-US" altLang="ko-KR" sz="1050" dirty="0"/>
              <a:t> </a:t>
            </a:r>
            <a:r>
              <a:rPr lang="ko-KR" altLang="en-US" sz="1050" dirty="0"/>
              <a:t>파이팅 해보세요</a:t>
            </a: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89E666FB-815F-4980-C542-2A75F1F69803}"/>
              </a:ext>
            </a:extLst>
          </p:cNvPr>
          <p:cNvCxnSpPr>
            <a:cxnSpLocks/>
          </p:cNvCxnSpPr>
          <p:nvPr/>
        </p:nvCxnSpPr>
        <p:spPr>
          <a:xfrm flipV="1">
            <a:off x="6238876" y="476249"/>
            <a:ext cx="2007392" cy="1082697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599AD70-7EF1-9AE6-FB05-9BDD46E877D4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7229475" y="847725"/>
            <a:ext cx="1016793" cy="64489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99027BD-8C1E-F8D9-26F6-F6403E625F3D}"/>
              </a:ext>
            </a:extLst>
          </p:cNvPr>
          <p:cNvCxnSpPr>
            <a:cxnSpLocks/>
          </p:cNvCxnSpPr>
          <p:nvPr/>
        </p:nvCxnSpPr>
        <p:spPr>
          <a:xfrm>
            <a:off x="7229475" y="1331048"/>
            <a:ext cx="982265" cy="76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5E207B5-A5DE-CC1C-68A5-668E04E8ADCD}"/>
              </a:ext>
            </a:extLst>
          </p:cNvPr>
          <p:cNvSpPr/>
          <p:nvPr/>
        </p:nvSpPr>
        <p:spPr>
          <a:xfrm>
            <a:off x="3849289" y="5981700"/>
            <a:ext cx="1609725" cy="4000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다시 테스트하기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51859AD-9BB0-DB1F-CFD4-4EBABEC2FF62}"/>
              </a:ext>
            </a:extLst>
          </p:cNvPr>
          <p:cNvSpPr/>
          <p:nvPr/>
        </p:nvSpPr>
        <p:spPr>
          <a:xfrm>
            <a:off x="5749527" y="5972176"/>
            <a:ext cx="1609725" cy="4000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내 기록 확인하기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9B7DFE5-47D2-CD2C-F007-4A7586E01241}"/>
              </a:ext>
            </a:extLst>
          </p:cNvPr>
          <p:cNvSpPr/>
          <p:nvPr/>
        </p:nvSpPr>
        <p:spPr>
          <a:xfrm>
            <a:off x="3187301" y="5267675"/>
            <a:ext cx="4916091" cy="3425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1626864-99E2-DCF9-4935-D5771EFA6935}"/>
              </a:ext>
            </a:extLst>
          </p:cNvPr>
          <p:cNvSpPr/>
          <p:nvPr/>
        </p:nvSpPr>
        <p:spPr>
          <a:xfrm>
            <a:off x="4798222" y="1360674"/>
            <a:ext cx="1440654" cy="3425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394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CA3D3-F2DF-0390-CF57-A39216FD8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03A53E3-DEEF-FA2A-FC53-EE6B588CD535}"/>
              </a:ext>
            </a:extLst>
          </p:cNvPr>
          <p:cNvSpPr/>
          <p:nvPr/>
        </p:nvSpPr>
        <p:spPr>
          <a:xfrm>
            <a:off x="276225" y="171450"/>
            <a:ext cx="2533649" cy="933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게으름 테스트 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Lay-Z </a:t>
            </a:r>
            <a:r>
              <a:rPr lang="ko-KR" altLang="en-US" sz="2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력 결과</a:t>
            </a:r>
            <a:r>
              <a:rPr lang="en-US" altLang="ko-KR" sz="2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sz="2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B64FEC7-CE41-06ED-BD0E-4341DA6C5425}"/>
              </a:ext>
            </a:extLst>
          </p:cNvPr>
          <p:cNvGrpSpPr/>
          <p:nvPr/>
        </p:nvGrpSpPr>
        <p:grpSpPr>
          <a:xfrm>
            <a:off x="8460580" y="3019425"/>
            <a:ext cx="2169275" cy="3016677"/>
            <a:chOff x="9105900" y="3317448"/>
            <a:chExt cx="2169275" cy="301667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B618714-8AC2-8440-4763-65326859F2D8}"/>
                </a:ext>
              </a:extLst>
            </p:cNvPr>
            <p:cNvSpPr/>
            <p:nvPr/>
          </p:nvSpPr>
          <p:spPr>
            <a:xfrm>
              <a:off x="9105900" y="3317448"/>
              <a:ext cx="2169275" cy="301667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600" b="1" dirty="0"/>
                <a:t>+ </a:t>
              </a:r>
              <a:r>
                <a:rPr lang="ko-KR" altLang="en-US" sz="1600" b="1" dirty="0"/>
                <a:t>내 게으름지수</a:t>
              </a:r>
              <a:endParaRPr lang="en-US" altLang="ko-KR" sz="1600" b="1" dirty="0"/>
            </a:p>
            <a:p>
              <a:pPr algn="ctr"/>
              <a:r>
                <a:rPr lang="ko-KR" altLang="en-US" sz="1600" b="1" dirty="0"/>
                <a:t>한번에 보기</a:t>
              </a:r>
              <a:endParaRPr lang="en-US" altLang="ko-KR" sz="1100" b="1" dirty="0"/>
            </a:p>
            <a:p>
              <a:pPr algn="ctr"/>
              <a:r>
                <a:rPr lang="en-US" altLang="ko-KR" sz="1100" b="1" dirty="0"/>
                <a:t>(</a:t>
              </a:r>
              <a:r>
                <a:rPr lang="ko-KR" altLang="en-US" sz="1100" b="1" dirty="0"/>
                <a:t>일별로 취합된</a:t>
              </a:r>
              <a:r>
                <a:rPr lang="en-US" altLang="ko-KR" sz="1100" b="1" dirty="0"/>
                <a:t>)</a:t>
              </a:r>
              <a:r>
                <a:rPr lang="ko-KR" altLang="en-US" sz="1100" b="1" dirty="0"/>
                <a:t> 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91EADFE-97E0-DB94-82FA-923EFE0A13E9}"/>
                </a:ext>
              </a:extLst>
            </p:cNvPr>
            <p:cNvSpPr/>
            <p:nvPr/>
          </p:nvSpPr>
          <p:spPr>
            <a:xfrm>
              <a:off x="9163647" y="4155650"/>
              <a:ext cx="405531" cy="170360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dirty="0"/>
                <a:t>일</a:t>
              </a:r>
              <a:endParaRPr lang="en-US" altLang="ko-KR" dirty="0"/>
            </a:p>
            <a:p>
              <a:pPr algn="ctr"/>
              <a:endParaRPr lang="en-US" altLang="ko-KR" dirty="0"/>
            </a:p>
            <a:p>
              <a:pPr algn="ctr"/>
              <a:r>
                <a:rPr lang="en-US" altLang="ko-KR" sz="1100" dirty="0"/>
                <a:t>98</a:t>
              </a:r>
              <a:endParaRPr lang="ko-KR" altLang="en-US" sz="1100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B3F6E60-EA59-81C2-A107-795DC4375079}"/>
                </a:ext>
              </a:extLst>
            </p:cNvPr>
            <p:cNvSpPr/>
            <p:nvPr/>
          </p:nvSpPr>
          <p:spPr>
            <a:xfrm>
              <a:off x="9661049" y="4373349"/>
              <a:ext cx="405530" cy="148589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dirty="0"/>
                <a:t>월</a:t>
              </a:r>
              <a:endParaRPr lang="en-US" altLang="ko-KR" dirty="0"/>
            </a:p>
            <a:p>
              <a:pPr algn="ctr"/>
              <a:endParaRPr lang="en-US" altLang="ko-KR" dirty="0"/>
            </a:p>
            <a:p>
              <a:pPr algn="ctr"/>
              <a:r>
                <a:rPr lang="en-US" altLang="ko-KR" sz="1100" dirty="0"/>
                <a:t>90</a:t>
              </a:r>
              <a:endParaRPr lang="ko-KR" altLang="en-US" sz="1100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12FCD45-94EB-D161-18C3-1D503C061D3B}"/>
                </a:ext>
              </a:extLst>
            </p:cNvPr>
            <p:cNvSpPr/>
            <p:nvPr/>
          </p:nvSpPr>
          <p:spPr>
            <a:xfrm>
              <a:off x="10158208" y="4565221"/>
              <a:ext cx="405530" cy="129402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dirty="0"/>
                <a:t>화</a:t>
              </a:r>
              <a:endParaRPr lang="en-US" altLang="ko-KR" dirty="0"/>
            </a:p>
            <a:p>
              <a:pPr algn="ctr"/>
              <a:endParaRPr lang="en-US" altLang="ko-KR" dirty="0"/>
            </a:p>
            <a:p>
              <a:pPr algn="ctr"/>
              <a:r>
                <a:rPr lang="en-US" altLang="ko-KR" sz="1100" dirty="0"/>
                <a:t>87</a:t>
              </a:r>
              <a:endParaRPr lang="ko-KR" altLang="en-US" sz="1100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8C56728-FE10-1D7D-5536-35292D398EF4}"/>
                </a:ext>
              </a:extLst>
            </p:cNvPr>
            <p:cNvSpPr/>
            <p:nvPr/>
          </p:nvSpPr>
          <p:spPr>
            <a:xfrm>
              <a:off x="10635544" y="4708098"/>
              <a:ext cx="405530" cy="115114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dirty="0"/>
                <a:t>수</a:t>
              </a:r>
              <a:endParaRPr lang="en-US" altLang="ko-KR" dirty="0"/>
            </a:p>
            <a:p>
              <a:pPr algn="ctr"/>
              <a:endParaRPr lang="en-US" altLang="ko-KR" dirty="0"/>
            </a:p>
            <a:p>
              <a:pPr algn="ctr"/>
              <a:r>
                <a:rPr lang="en-US" altLang="ko-KR" sz="1100" dirty="0"/>
                <a:t>88</a:t>
              </a:r>
              <a:endParaRPr lang="ko-KR" altLang="en-US" sz="1100" dirty="0"/>
            </a:p>
          </p:txBody>
        </p:sp>
      </p:grp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AF111010-581B-6CC1-C6EA-C6CB17433584}"/>
              </a:ext>
            </a:extLst>
          </p:cNvPr>
          <p:cNvSpPr/>
          <p:nvPr/>
        </p:nvSpPr>
        <p:spPr>
          <a:xfrm>
            <a:off x="10073833" y="5758006"/>
            <a:ext cx="1657350" cy="454452"/>
          </a:xfrm>
          <a:prstGeom prst="wedgeRoundRectCallout">
            <a:avLst>
              <a:gd name="adj1" fmla="val 46983"/>
              <a:gd name="adj2" fmla="val 98131"/>
              <a:gd name="adj3" fmla="val 16667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오 내가 나아지고 있군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AE38A1-32DA-F0DF-33A5-FEC65BBD7A08}"/>
              </a:ext>
            </a:extLst>
          </p:cNvPr>
          <p:cNvSpPr/>
          <p:nvPr/>
        </p:nvSpPr>
        <p:spPr>
          <a:xfrm>
            <a:off x="3038475" y="742950"/>
            <a:ext cx="5048250" cy="3352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FFB87A-E5B9-A62F-7852-5063AAEF6429}"/>
              </a:ext>
            </a:extLst>
          </p:cNvPr>
          <p:cNvSpPr/>
          <p:nvPr/>
        </p:nvSpPr>
        <p:spPr>
          <a:xfrm>
            <a:off x="4576762" y="1047750"/>
            <a:ext cx="1895475" cy="100012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점수</a:t>
            </a:r>
            <a:r>
              <a:rPr lang="en-US" altLang="ko-KR" dirty="0"/>
              <a:t>(n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4B669BC-2B40-4E58-C3BD-8EFEEAF1AD91}"/>
              </a:ext>
            </a:extLst>
          </p:cNvPr>
          <p:cNvSpPr/>
          <p:nvPr/>
        </p:nvSpPr>
        <p:spPr>
          <a:xfrm>
            <a:off x="3543300" y="2257425"/>
            <a:ext cx="4000500" cy="7620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내 상태 설명 줄글 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7967ADF-0AAB-EAD4-EB52-C0D7841D00B8}"/>
              </a:ext>
            </a:extLst>
          </p:cNvPr>
          <p:cNvSpPr/>
          <p:nvPr/>
        </p:nvSpPr>
        <p:spPr>
          <a:xfrm>
            <a:off x="3524249" y="3181350"/>
            <a:ext cx="1390651" cy="2667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#</a:t>
            </a:r>
            <a:r>
              <a:rPr lang="ko-KR" altLang="en-US" sz="1200" dirty="0"/>
              <a:t>내 상태 키워드 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831522A-C3F6-E6E4-7AC4-11E1D8E910CE}"/>
              </a:ext>
            </a:extLst>
          </p:cNvPr>
          <p:cNvSpPr/>
          <p:nvPr/>
        </p:nvSpPr>
        <p:spPr>
          <a:xfrm>
            <a:off x="5081586" y="3181350"/>
            <a:ext cx="1390651" cy="2667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#</a:t>
            </a:r>
            <a:r>
              <a:rPr lang="ko-KR" altLang="en-US" sz="1200" dirty="0"/>
              <a:t>내 상태 키워드 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E98F58-1E08-9D0A-FF3C-6E6742741883}"/>
              </a:ext>
            </a:extLst>
          </p:cNvPr>
          <p:cNvSpPr/>
          <p:nvPr/>
        </p:nvSpPr>
        <p:spPr>
          <a:xfrm>
            <a:off x="4000499" y="3590926"/>
            <a:ext cx="1390651" cy="2667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#</a:t>
            </a:r>
            <a:r>
              <a:rPr lang="ko-KR" altLang="en-US" sz="1200" dirty="0"/>
              <a:t>내 상태 키워드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6BB9012-50EA-4545-832F-57967114CBB0}"/>
              </a:ext>
            </a:extLst>
          </p:cNvPr>
          <p:cNvSpPr/>
          <p:nvPr/>
        </p:nvSpPr>
        <p:spPr>
          <a:xfrm>
            <a:off x="5657848" y="3590926"/>
            <a:ext cx="1390651" cy="2667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#</a:t>
            </a:r>
            <a:r>
              <a:rPr lang="ko-KR" altLang="en-US" sz="1200" dirty="0"/>
              <a:t>내 상태 키워드 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A06EB5C-8022-1FA4-AB37-0AD15DA7C886}"/>
              </a:ext>
            </a:extLst>
          </p:cNvPr>
          <p:cNvSpPr/>
          <p:nvPr/>
        </p:nvSpPr>
        <p:spPr>
          <a:xfrm>
            <a:off x="6584155" y="3162301"/>
            <a:ext cx="1390651" cy="2667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#</a:t>
            </a:r>
            <a:r>
              <a:rPr lang="ko-KR" altLang="en-US" sz="1200" dirty="0"/>
              <a:t>내 상태 키워드 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38A9363-A8A0-70A7-1553-328A6BB06A37}"/>
              </a:ext>
            </a:extLst>
          </p:cNvPr>
          <p:cNvSpPr/>
          <p:nvPr/>
        </p:nvSpPr>
        <p:spPr>
          <a:xfrm>
            <a:off x="3608783" y="4267198"/>
            <a:ext cx="3907633" cy="3619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추천 행동 </a:t>
            </a:r>
            <a:r>
              <a:rPr lang="en-US" altLang="ko-KR" dirty="0"/>
              <a:t>(</a:t>
            </a:r>
            <a:r>
              <a:rPr lang="ko-KR" altLang="en-US" dirty="0"/>
              <a:t>구체적으로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2354753-755D-CC0A-0CE5-B1BB3AF252CE}"/>
              </a:ext>
            </a:extLst>
          </p:cNvPr>
          <p:cNvSpPr/>
          <p:nvPr/>
        </p:nvSpPr>
        <p:spPr>
          <a:xfrm>
            <a:off x="3608783" y="4734276"/>
            <a:ext cx="3935017" cy="35207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예를 들면 </a:t>
            </a:r>
            <a:r>
              <a:rPr lang="en-US" altLang="ko-KR" dirty="0"/>
              <a:t>10</a:t>
            </a:r>
            <a:r>
              <a:rPr lang="ko-KR" altLang="en-US" dirty="0"/>
              <a:t>분 이상 걷다 오기 </a:t>
            </a:r>
            <a:endParaRPr lang="en-US" altLang="ko-KR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565DD96-E4AC-FAE5-9F43-09EFF38794BE}"/>
              </a:ext>
            </a:extLst>
          </p:cNvPr>
          <p:cNvSpPr/>
          <p:nvPr/>
        </p:nvSpPr>
        <p:spPr>
          <a:xfrm>
            <a:off x="3071812" y="5165003"/>
            <a:ext cx="5048249" cy="58102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★</a:t>
            </a:r>
            <a:r>
              <a:rPr lang="ko-KR" altLang="en-US" dirty="0" err="1"/>
              <a:t>레이레이가</a:t>
            </a:r>
            <a:r>
              <a:rPr lang="ko-KR" altLang="en-US" dirty="0"/>
              <a:t> 추천하는 일찍 자는 수면 가이드</a:t>
            </a:r>
            <a:endParaRPr lang="en-US" altLang="ko-KR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048FA91-5338-8DA8-A2CB-10216911F068}"/>
              </a:ext>
            </a:extLst>
          </p:cNvPr>
          <p:cNvSpPr/>
          <p:nvPr/>
        </p:nvSpPr>
        <p:spPr>
          <a:xfrm>
            <a:off x="3849289" y="5981700"/>
            <a:ext cx="1609725" cy="4000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다시 테스트하기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724CFB0-4261-4794-FED4-0EA954E0323D}"/>
              </a:ext>
            </a:extLst>
          </p:cNvPr>
          <p:cNvSpPr/>
          <p:nvPr/>
        </p:nvSpPr>
        <p:spPr>
          <a:xfrm>
            <a:off x="5749527" y="5972176"/>
            <a:ext cx="1609725" cy="4000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내 기록 확인하기 </a:t>
            </a:r>
          </a:p>
        </p:txBody>
      </p: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D943C7AB-4832-1A40-F1C6-FE7A3E899AE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50828" y="3454006"/>
            <a:ext cx="3009902" cy="1816895"/>
          </a:xfrm>
          <a:prstGeom prst="bentConnector3">
            <a:avLst>
              <a:gd name="adj1" fmla="val 108861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E2CAC35C-22E7-5209-0C5B-0D90D3803096}"/>
              </a:ext>
            </a:extLst>
          </p:cNvPr>
          <p:cNvSpPr/>
          <p:nvPr/>
        </p:nvSpPr>
        <p:spPr>
          <a:xfrm>
            <a:off x="5657848" y="5895975"/>
            <a:ext cx="1885952" cy="5810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705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424</Words>
  <Application>Microsoft Office PowerPoint</Application>
  <PresentationFormat>와이드스크린</PresentationFormat>
  <Paragraphs>105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이산하</dc:creator>
  <cp:lastModifiedBy>이산하</cp:lastModifiedBy>
  <cp:revision>127</cp:revision>
  <dcterms:created xsi:type="dcterms:W3CDTF">2026-04-20T06:06:02Z</dcterms:created>
  <dcterms:modified xsi:type="dcterms:W3CDTF">2026-04-22T04:33:04Z</dcterms:modified>
</cp:coreProperties>
</file>